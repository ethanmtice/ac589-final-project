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71" r:id="rId3"/>
    <p:sldId id="264" r:id="rId4"/>
    <p:sldId id="265" r:id="rId5"/>
    <p:sldId id="259" r:id="rId6"/>
    <p:sldId id="266" r:id="rId7"/>
    <p:sldId id="261" r:id="rId8"/>
    <p:sldId id="268" r:id="rId9"/>
    <p:sldId id="269" r:id="rId10"/>
    <p:sldId id="270" r:id="rId11"/>
    <p:sldId id="262" r:id="rId12"/>
    <p:sldId id="263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CA63AB-E954-489E-BB5B-A000C5F99B88}" v="119" dt="2025-12-09T17:50:59.245"/>
    <p1510:client id="{353462B6-B156-BB93-9DD1-44EC193D452D}" v="336" dt="2025-12-09T17:37:59.475"/>
    <p1510:client id="{53BF12FC-AB9A-BE65-03E7-8A32F3284DC7}" v="13" dt="2025-12-10T14:44:34.429"/>
    <p1510:client id="{6F69805E-7A6A-4CC9-05CA-08076237F679}" v="394" dt="2025-12-09T17:49:05.915"/>
    <p1510:client id="{D3F4D50F-2E94-619E-C227-F6C131773694}" v="136" dt="2025-12-09T17:10:40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3887B318-9129-2FA8-51A9-EEC562397A0A}"/>
    <pc:docChg chg="modSld">
      <pc:chgData name="Guest User" userId="" providerId="Windows Live" clId="Web-{3887B318-9129-2FA8-51A9-EEC562397A0A}" dt="2025-12-09T05:36:15.817" v="466" actId="20577"/>
      <pc:docMkLst>
        <pc:docMk/>
      </pc:docMkLst>
      <pc:sldChg chg="addSp delSp modSp">
        <pc:chgData name="Guest User" userId="" providerId="Windows Live" clId="Web-{3887B318-9129-2FA8-51A9-EEC562397A0A}" dt="2025-12-09T05:36:15.817" v="466" actId="20577"/>
        <pc:sldMkLst>
          <pc:docMk/>
          <pc:sldMk cId="2188798404" sldId="261"/>
        </pc:sldMkLst>
        <pc:spChg chg="add del mod">
          <ac:chgData name="Guest User" userId="" providerId="Windows Live" clId="Web-{3887B318-9129-2FA8-51A9-EEC562397A0A}" dt="2025-12-09T05:15:34.938" v="71" actId="20577"/>
          <ac:spMkLst>
            <pc:docMk/>
            <pc:sldMk cId="2188798404" sldId="261"/>
            <ac:spMk id="2" creationId="{27A79AF9-9848-EFAC-D2C2-1A99A9A4E07E}"/>
          </ac:spMkLst>
        </pc:spChg>
        <pc:spChg chg="del">
          <ac:chgData name="Guest User" userId="" providerId="Windows Live" clId="Web-{3887B318-9129-2FA8-51A9-EEC562397A0A}" dt="2025-12-09T05:06:49.677" v="15"/>
          <ac:spMkLst>
            <pc:docMk/>
            <pc:sldMk cId="2188798404" sldId="261"/>
            <ac:spMk id="3" creationId="{2A38FD81-FF3D-04E9-725B-D8D06D2877ED}"/>
          </ac:spMkLst>
        </pc:spChg>
        <pc:spChg chg="add del">
          <ac:chgData name="Guest User" userId="" providerId="Windows Live" clId="Web-{3887B318-9129-2FA8-51A9-EEC562397A0A}" dt="2025-12-09T05:07:20.209" v="20"/>
          <ac:spMkLst>
            <pc:docMk/>
            <pc:sldMk cId="2188798404" sldId="261"/>
            <ac:spMk id="5" creationId="{4BF1F9C2-09AF-AC50-CCEB-30FF099190B4}"/>
          </ac:spMkLst>
        </pc:spChg>
        <pc:spChg chg="add del mod">
          <ac:chgData name="Guest User" userId="" providerId="Windows Live" clId="Web-{3887B318-9129-2FA8-51A9-EEC562397A0A}" dt="2025-12-09T05:36:15.817" v="466" actId="20577"/>
          <ac:spMkLst>
            <pc:docMk/>
            <pc:sldMk cId="2188798404" sldId="261"/>
            <ac:spMk id="6" creationId="{514A05F5-1AC0-63B7-852B-ED18BEA8E27F}"/>
          </ac:spMkLst>
        </pc:spChg>
        <pc:spChg chg="add del mod">
          <ac:chgData name="Guest User" userId="" providerId="Windows Live" clId="Web-{3887B318-9129-2FA8-51A9-EEC562397A0A}" dt="2025-12-09T05:15:20.547" v="47"/>
          <ac:spMkLst>
            <pc:docMk/>
            <pc:sldMk cId="2188798404" sldId="261"/>
            <ac:spMk id="9" creationId="{3EAF7487-8F6F-1083-B82B-AC4B651636D8}"/>
          </ac:spMkLst>
        </pc:spChg>
        <pc:spChg chg="add del mod">
          <ac:chgData name="Guest User" userId="" providerId="Windows Live" clId="Web-{3887B318-9129-2FA8-51A9-EEC562397A0A}" dt="2025-12-09T05:15:26.282" v="50"/>
          <ac:spMkLst>
            <pc:docMk/>
            <pc:sldMk cId="2188798404" sldId="261"/>
            <ac:spMk id="11" creationId="{209EC3A3-5885-7C0A-0E42-08B125128442}"/>
          </ac:spMkLst>
        </pc:spChg>
        <pc:picChg chg="add del mod ord">
          <ac:chgData name="Guest User" userId="" providerId="Windows Live" clId="Web-{3887B318-9129-2FA8-51A9-EEC562397A0A}" dt="2025-12-09T05:15:19.359" v="46"/>
          <ac:picMkLst>
            <pc:docMk/>
            <pc:sldMk cId="2188798404" sldId="261"/>
            <ac:picMk id="4" creationId="{15C3D511-B8DE-6F82-F8D7-85EAC31ECBBE}"/>
          </ac:picMkLst>
        </pc:picChg>
        <pc:picChg chg="add del mod">
          <ac:chgData name="Guest User" userId="" providerId="Windows Live" clId="Web-{3887B318-9129-2FA8-51A9-EEC562397A0A}" dt="2025-12-09T05:15:19.312" v="45"/>
          <ac:picMkLst>
            <pc:docMk/>
            <pc:sldMk cId="2188798404" sldId="261"/>
            <ac:picMk id="7" creationId="{4375E4FB-F44F-6C9C-4CC4-435F10D28ECB}"/>
          </ac:picMkLst>
        </pc:picChg>
      </pc:sldChg>
    </pc:docChg>
  </pc:docChgLst>
  <pc:docChgLst>
    <pc:chgData name="Guest User" providerId="Windows Live" clId="Web-{6F69805E-7A6A-4CC9-05CA-08076237F679}"/>
    <pc:docChg chg="addSld modSld sldOrd">
      <pc:chgData name="Guest User" userId="" providerId="Windows Live" clId="Web-{6F69805E-7A6A-4CC9-05CA-08076237F679}" dt="2025-12-09T17:50:25.011" v="502" actId="20577"/>
      <pc:docMkLst>
        <pc:docMk/>
      </pc:docMkLst>
      <pc:sldChg chg="addSp delSp modSp mod setBg">
        <pc:chgData name="Guest User" userId="" providerId="Windows Live" clId="Web-{6F69805E-7A6A-4CC9-05CA-08076237F679}" dt="2025-12-09T17:18:18.595" v="18"/>
        <pc:sldMkLst>
          <pc:docMk/>
          <pc:sldMk cId="1847011753" sldId="257"/>
        </pc:sldMkLst>
        <pc:spChg chg="mod">
          <ac:chgData name="Guest User" userId="" providerId="Windows Live" clId="Web-{6F69805E-7A6A-4CC9-05CA-08076237F679}" dt="2025-12-09T17:18:18.595" v="18"/>
          <ac:spMkLst>
            <pc:docMk/>
            <pc:sldMk cId="1847011753" sldId="257"/>
            <ac:spMk id="2" creationId="{A3D868CC-8465-5516-7EA4-4DD36A45931A}"/>
          </ac:spMkLst>
        </pc:spChg>
        <pc:spChg chg="mod">
          <ac:chgData name="Guest User" userId="" providerId="Windows Live" clId="Web-{6F69805E-7A6A-4CC9-05CA-08076237F679}" dt="2025-12-09T17:18:18.595" v="18"/>
          <ac:spMkLst>
            <pc:docMk/>
            <pc:sldMk cId="1847011753" sldId="257"/>
            <ac:spMk id="3" creationId="{E0A7DD76-9038-4678-5651-AB5BD8E42AA5}"/>
          </ac:spMkLst>
        </pc:spChg>
        <pc:spChg chg="add del">
          <ac:chgData name="Guest User" userId="" providerId="Windows Live" clId="Web-{6F69805E-7A6A-4CC9-05CA-08076237F679}" dt="2025-12-09T17:18:18.595" v="17"/>
          <ac:spMkLst>
            <pc:docMk/>
            <pc:sldMk cId="1847011753" sldId="257"/>
            <ac:spMk id="10" creationId="{E58348C3-6249-4952-AA86-C63DB35EA9F2}"/>
          </ac:spMkLst>
        </pc:spChg>
        <pc:grpChg chg="add del">
          <ac:chgData name="Guest User" userId="" providerId="Windows Live" clId="Web-{6F69805E-7A6A-4CC9-05CA-08076237F679}" dt="2025-12-09T17:18:18.595" v="17"/>
          <ac:grpSpMkLst>
            <pc:docMk/>
            <pc:sldMk cId="1847011753" sldId="257"/>
            <ac:grpSpMk id="12" creationId="{DE6174AD-DBB0-43E6-98C2-738DB3A15244}"/>
          </ac:grpSpMkLst>
        </pc:grpChg>
        <pc:grpChg chg="add">
          <ac:chgData name="Guest User" userId="" providerId="Windows Live" clId="Web-{6F69805E-7A6A-4CC9-05CA-08076237F679}" dt="2025-12-09T17:18:18.595" v="18"/>
          <ac:grpSpMkLst>
            <pc:docMk/>
            <pc:sldMk cId="1847011753" sldId="257"/>
            <ac:grpSpMk id="20" creationId="{503816F2-40D5-4C23-AF57-063E3923610A}"/>
          </ac:grpSpMkLst>
        </pc:grpChg>
        <pc:picChg chg="mod ord">
          <ac:chgData name="Guest User" userId="" providerId="Windows Live" clId="Web-{6F69805E-7A6A-4CC9-05CA-08076237F679}" dt="2025-12-09T17:18:18.595" v="17"/>
          <ac:picMkLst>
            <pc:docMk/>
            <pc:sldMk cId="1847011753" sldId="257"/>
            <ac:picMk id="5" creationId="{E7F776A7-3069-E073-67A1-135534A40E7D}"/>
          </ac:picMkLst>
        </pc:picChg>
      </pc:sldChg>
      <pc:sldChg chg="modSp">
        <pc:chgData name="Guest User" userId="" providerId="Windows Live" clId="Web-{6F69805E-7A6A-4CC9-05CA-08076237F679}" dt="2025-12-09T17:20:33.206" v="28"/>
        <pc:sldMkLst>
          <pc:docMk/>
          <pc:sldMk cId="3284972409" sldId="259"/>
        </pc:sldMkLst>
        <pc:picChg chg="mod">
          <ac:chgData name="Guest User" userId="" providerId="Windows Live" clId="Web-{6F69805E-7A6A-4CC9-05CA-08076237F679}" dt="2025-12-09T17:20:33.206" v="28"/>
          <ac:picMkLst>
            <pc:docMk/>
            <pc:sldMk cId="3284972409" sldId="259"/>
            <ac:picMk id="4" creationId="{15F51B91-D32C-878B-6DC2-B69443B14D58}"/>
          </ac:picMkLst>
        </pc:picChg>
      </pc:sldChg>
      <pc:sldChg chg="addSp delSp modSp mod setBg">
        <pc:chgData name="Guest User" userId="" providerId="Windows Live" clId="Web-{6F69805E-7A6A-4CC9-05CA-08076237F679}" dt="2025-12-09T17:50:25.011" v="502" actId="20577"/>
        <pc:sldMkLst>
          <pc:docMk/>
          <pc:sldMk cId="2188798404" sldId="261"/>
        </pc:sldMkLst>
        <pc:spChg chg="mod">
          <ac:chgData name="Guest User" userId="" providerId="Windows Live" clId="Web-{6F69805E-7A6A-4CC9-05CA-08076237F679}" dt="2025-12-09T17:31:40.621" v="193"/>
          <ac:spMkLst>
            <pc:docMk/>
            <pc:sldMk cId="2188798404" sldId="261"/>
            <ac:spMk id="2" creationId="{27A79AF9-9848-EFAC-D2C2-1A99A9A4E07E}"/>
          </ac:spMkLst>
        </pc:spChg>
        <pc:spChg chg="del">
          <ac:chgData name="Guest User" userId="" providerId="Windows Live" clId="Web-{6F69805E-7A6A-4CC9-05CA-08076237F679}" dt="2025-12-09T17:31:40.621" v="193"/>
          <ac:spMkLst>
            <pc:docMk/>
            <pc:sldMk cId="2188798404" sldId="261"/>
            <ac:spMk id="6" creationId="{514A05F5-1AC0-63B7-852B-ED18BEA8E27F}"/>
          </ac:spMkLst>
        </pc:spChg>
        <pc:spChg chg="add">
          <ac:chgData name="Guest User" userId="" providerId="Windows Live" clId="Web-{6F69805E-7A6A-4CC9-05CA-08076237F679}" dt="2025-12-09T17:31:40.621" v="193"/>
          <ac:spMkLst>
            <pc:docMk/>
            <pc:sldMk cId="2188798404" sldId="261"/>
            <ac:spMk id="12" creationId="{94C52C56-BEF2-4E22-8C8E-A7AC96B03A72}"/>
          </ac:spMkLst>
        </pc:spChg>
        <pc:spChg chg="add">
          <ac:chgData name="Guest User" userId="" providerId="Windows Live" clId="Web-{6F69805E-7A6A-4CC9-05CA-08076237F679}" dt="2025-12-09T17:31:40.621" v="193"/>
          <ac:spMkLst>
            <pc:docMk/>
            <pc:sldMk cId="2188798404" sldId="261"/>
            <ac:spMk id="14" creationId="{42285737-90EE-47DC-AC80-8AE156B11969}"/>
          </ac:spMkLst>
        </pc:spChg>
        <pc:grpChg chg="add">
          <ac:chgData name="Guest User" userId="" providerId="Windows Live" clId="Web-{6F69805E-7A6A-4CC9-05CA-08076237F679}" dt="2025-12-09T17:31:40.621" v="193"/>
          <ac:grpSpMkLst>
            <pc:docMk/>
            <pc:sldMk cId="2188798404" sldId="261"/>
            <ac:grpSpMk id="16" creationId="{B57BDC17-F1B3-455F-BBF1-680AA1F25C06}"/>
          </ac:grpSpMkLst>
        </pc:grpChg>
        <pc:graphicFrameChg chg="add modGraphic">
          <ac:chgData name="Guest User" userId="" providerId="Windows Live" clId="Web-{6F69805E-7A6A-4CC9-05CA-08076237F679}" dt="2025-12-09T17:50:25.011" v="502" actId="20577"/>
          <ac:graphicFrameMkLst>
            <pc:docMk/>
            <pc:sldMk cId="2188798404" sldId="261"/>
            <ac:graphicFrameMk id="8" creationId="{83F61282-A88E-96E8-916D-D6948F9CACE9}"/>
          </ac:graphicFrameMkLst>
        </pc:graphicFrameChg>
      </pc:sldChg>
      <pc:sldChg chg="ord">
        <pc:chgData name="Guest User" userId="" providerId="Windows Live" clId="Web-{6F69805E-7A6A-4CC9-05CA-08076237F679}" dt="2025-12-09T17:46:07.052" v="208"/>
        <pc:sldMkLst>
          <pc:docMk/>
          <pc:sldMk cId="3215349645" sldId="262"/>
        </pc:sldMkLst>
      </pc:sldChg>
      <pc:sldChg chg="modSp">
        <pc:chgData name="Guest User" userId="" providerId="Windows Live" clId="Web-{6F69805E-7A6A-4CC9-05CA-08076237F679}" dt="2025-12-09T17:19:33.174" v="24"/>
        <pc:sldMkLst>
          <pc:docMk/>
          <pc:sldMk cId="4164729141" sldId="263"/>
        </pc:sldMkLst>
        <pc:picChg chg="mod">
          <ac:chgData name="Guest User" userId="" providerId="Windows Live" clId="Web-{6F69805E-7A6A-4CC9-05CA-08076237F679}" dt="2025-12-09T17:19:33.174" v="24"/>
          <ac:picMkLst>
            <pc:docMk/>
            <pc:sldMk cId="4164729141" sldId="263"/>
            <ac:picMk id="7" creationId="{FA5B0176-4470-A079-88AC-04F32C4049C9}"/>
          </ac:picMkLst>
        </pc:picChg>
      </pc:sldChg>
      <pc:sldChg chg="addSp modSp mod setBg">
        <pc:chgData name="Guest User" userId="" providerId="Windows Live" clId="Web-{6F69805E-7A6A-4CC9-05CA-08076237F679}" dt="2025-12-09T17:46:11.099" v="209" actId="20577"/>
        <pc:sldMkLst>
          <pc:docMk/>
          <pc:sldMk cId="2263045401" sldId="264"/>
        </pc:sldMkLst>
        <pc:spChg chg="mod">
          <ac:chgData name="Guest User" userId="" providerId="Windows Live" clId="Web-{6F69805E-7A6A-4CC9-05CA-08076237F679}" dt="2025-12-09T17:46:11.099" v="209" actId="20577"/>
          <ac:spMkLst>
            <pc:docMk/>
            <pc:sldMk cId="2263045401" sldId="264"/>
            <ac:spMk id="2" creationId="{482FC9B0-8F94-FDAA-7B35-DDD33AF9E43C}"/>
          </ac:spMkLst>
        </pc:spChg>
        <pc:spChg chg="mod">
          <ac:chgData name="Guest User" userId="" providerId="Windows Live" clId="Web-{6F69805E-7A6A-4CC9-05CA-08076237F679}" dt="2025-12-09T17:30:29.054" v="189"/>
          <ac:spMkLst>
            <pc:docMk/>
            <pc:sldMk cId="2263045401" sldId="264"/>
            <ac:spMk id="3" creationId="{46048335-050B-4FE1-FCE6-6C894703705C}"/>
          </ac:spMkLst>
        </pc:spChg>
        <pc:spChg chg="add">
          <ac:chgData name="Guest User" userId="" providerId="Windows Live" clId="Web-{6F69805E-7A6A-4CC9-05CA-08076237F679}" dt="2025-12-09T17:30:29.054" v="189"/>
          <ac:spMkLst>
            <pc:docMk/>
            <pc:sldMk cId="2263045401" sldId="264"/>
            <ac:spMk id="8" creationId="{E03BF673-8C68-4092-BF1B-53C57EFEC21F}"/>
          </ac:spMkLst>
        </pc:spChg>
        <pc:spChg chg="add">
          <ac:chgData name="Guest User" userId="" providerId="Windows Live" clId="Web-{6F69805E-7A6A-4CC9-05CA-08076237F679}" dt="2025-12-09T17:30:29.054" v="189"/>
          <ac:spMkLst>
            <pc:docMk/>
            <pc:sldMk cId="2263045401" sldId="264"/>
            <ac:spMk id="10" creationId="{B1BDB70B-F0E6-4867-818F-C582494FB6D6}"/>
          </ac:spMkLst>
        </pc:spChg>
        <pc:grpChg chg="add">
          <ac:chgData name="Guest User" userId="" providerId="Windows Live" clId="Web-{6F69805E-7A6A-4CC9-05CA-08076237F679}" dt="2025-12-09T17:30:29.054" v="189"/>
          <ac:grpSpMkLst>
            <pc:docMk/>
            <pc:sldMk cId="2263045401" sldId="264"/>
            <ac:grpSpMk id="12" creationId="{1E52C707-F508-47B5-8864-8CC3EE0F030B}"/>
          </ac:grpSpMkLst>
        </pc:grpChg>
      </pc:sldChg>
      <pc:sldChg chg="addSp delSp modSp">
        <pc:chgData name="Guest User" userId="" providerId="Windows Live" clId="Web-{6F69805E-7A6A-4CC9-05CA-08076237F679}" dt="2025-12-09T17:33:04.845" v="205"/>
        <pc:sldMkLst>
          <pc:docMk/>
          <pc:sldMk cId="3390715883" sldId="265"/>
        </pc:sldMkLst>
        <pc:spChg chg="add del">
          <ac:chgData name="Guest User" userId="" providerId="Windows Live" clId="Web-{6F69805E-7A6A-4CC9-05CA-08076237F679}" dt="2025-12-09T17:31:13.041" v="192"/>
          <ac:spMkLst>
            <pc:docMk/>
            <pc:sldMk cId="3390715883" sldId="265"/>
            <ac:spMk id="3" creationId="{273B9A50-65A0-7A73-680B-9F329C817B9B}"/>
          </ac:spMkLst>
        </pc:spChg>
        <pc:graphicFrameChg chg="add del">
          <ac:chgData name="Guest User" userId="" providerId="Windows Live" clId="Web-{6F69805E-7A6A-4CC9-05CA-08076237F679}" dt="2025-12-09T17:31:13.010" v="191"/>
          <ac:graphicFrameMkLst>
            <pc:docMk/>
            <pc:sldMk cId="3390715883" sldId="265"/>
            <ac:graphicFrameMk id="5" creationId="{C7589BD4-BBFE-A033-C7B8-86C06DE761F7}"/>
          </ac:graphicFrameMkLst>
        </pc:graphicFrameChg>
        <pc:graphicFrameChg chg="add modGraphic">
          <ac:chgData name="Guest User" userId="" providerId="Windows Live" clId="Web-{6F69805E-7A6A-4CC9-05CA-08076237F679}" dt="2025-12-09T17:33:04.845" v="205"/>
          <ac:graphicFrameMkLst>
            <pc:docMk/>
            <pc:sldMk cId="3390715883" sldId="265"/>
            <ac:graphicFrameMk id="7" creationId="{58B8743D-F1FA-A766-0900-C00AFBF28A12}"/>
          </ac:graphicFrameMkLst>
        </pc:graphicFrameChg>
      </pc:sldChg>
      <pc:sldChg chg="modSp">
        <pc:chgData name="Guest User" userId="" providerId="Windows Live" clId="Web-{6F69805E-7A6A-4CC9-05CA-08076237F679}" dt="2025-12-09T17:24:39.177" v="95"/>
        <pc:sldMkLst>
          <pc:docMk/>
          <pc:sldMk cId="2561600156" sldId="266"/>
        </pc:sldMkLst>
        <pc:picChg chg="mod">
          <ac:chgData name="Guest User" userId="" providerId="Windows Live" clId="Web-{6F69805E-7A6A-4CC9-05CA-08076237F679}" dt="2025-12-09T17:24:39.177" v="95"/>
          <ac:picMkLst>
            <pc:docMk/>
            <pc:sldMk cId="2561600156" sldId="266"/>
            <ac:picMk id="4" creationId="{7E26B60A-06DD-8BE4-EC3D-52CEF40E158F}"/>
          </ac:picMkLst>
        </pc:picChg>
      </pc:sldChg>
      <pc:sldChg chg="addSp delSp">
        <pc:chgData name="Guest User" userId="" providerId="Windows Live" clId="Web-{6F69805E-7A6A-4CC9-05CA-08076237F679}" dt="2025-12-09T17:33:31.346" v="207"/>
        <pc:sldMkLst>
          <pc:docMk/>
          <pc:sldMk cId="485619538" sldId="267"/>
        </pc:sldMkLst>
        <pc:picChg chg="add del">
          <ac:chgData name="Guest User" userId="" providerId="Windows Live" clId="Web-{6F69805E-7A6A-4CC9-05CA-08076237F679}" dt="2025-12-09T17:33:31.346" v="207"/>
          <ac:picMkLst>
            <pc:docMk/>
            <pc:sldMk cId="485619538" sldId="267"/>
            <ac:picMk id="5" creationId="{22E59411-368E-4AC2-4AC4-BA066A0B0436}"/>
          </ac:picMkLst>
        </pc:picChg>
      </pc:sldChg>
      <pc:sldChg chg="addSp delSp modSp new">
        <pc:chgData name="Guest User" userId="" providerId="Windows Live" clId="Web-{6F69805E-7A6A-4CC9-05CA-08076237F679}" dt="2025-12-09T17:19:24.440" v="23"/>
        <pc:sldMkLst>
          <pc:docMk/>
          <pc:sldMk cId="2238471976" sldId="268"/>
        </pc:sldMkLst>
        <pc:spChg chg="del">
          <ac:chgData name="Guest User" userId="" providerId="Windows Live" clId="Web-{6F69805E-7A6A-4CC9-05CA-08076237F679}" dt="2025-12-09T17:16:01.109" v="4"/>
          <ac:spMkLst>
            <pc:docMk/>
            <pc:sldMk cId="2238471976" sldId="268"/>
            <ac:spMk id="2" creationId="{66FD4EEF-7BE5-6B37-8C4A-E00A11485CB9}"/>
          </ac:spMkLst>
        </pc:spChg>
        <pc:spChg chg="del">
          <ac:chgData name="Guest User" userId="" providerId="Windows Live" clId="Web-{6F69805E-7A6A-4CC9-05CA-08076237F679}" dt="2025-12-09T17:15:39.812" v="1"/>
          <ac:spMkLst>
            <pc:docMk/>
            <pc:sldMk cId="2238471976" sldId="268"/>
            <ac:spMk id="3" creationId="{27815401-AA89-34DD-6DFD-58A1EDA43BA7}"/>
          </ac:spMkLst>
        </pc:spChg>
        <pc:spChg chg="add mod">
          <ac:chgData name="Guest User" userId="" providerId="Windows Live" clId="Web-{6F69805E-7A6A-4CC9-05CA-08076237F679}" dt="2025-12-09T17:17:56.361" v="14" actId="20577"/>
          <ac:spMkLst>
            <pc:docMk/>
            <pc:sldMk cId="2238471976" sldId="268"/>
            <ac:spMk id="5" creationId="{045F78E8-5506-42A4-D92E-889977A7EEBE}"/>
          </ac:spMkLst>
        </pc:spChg>
        <pc:picChg chg="add mod ord">
          <ac:chgData name="Guest User" userId="" providerId="Windows Live" clId="Web-{6F69805E-7A6A-4CC9-05CA-08076237F679}" dt="2025-12-09T17:19:24.440" v="23"/>
          <ac:picMkLst>
            <pc:docMk/>
            <pc:sldMk cId="2238471976" sldId="268"/>
            <ac:picMk id="4" creationId="{C95DB404-2092-97CD-8D63-9E8EA0B58250}"/>
          </ac:picMkLst>
        </pc:picChg>
      </pc:sldChg>
      <pc:sldChg chg="addSp delSp modSp new">
        <pc:chgData name="Guest User" userId="" providerId="Windows Live" clId="Web-{6F69805E-7A6A-4CC9-05CA-08076237F679}" dt="2025-12-09T17:22:51.479" v="80" actId="1076"/>
        <pc:sldMkLst>
          <pc:docMk/>
          <pc:sldMk cId="1589415390" sldId="269"/>
        </pc:sldMkLst>
        <pc:spChg chg="mod">
          <ac:chgData name="Guest User" userId="" providerId="Windows Live" clId="Web-{6F69805E-7A6A-4CC9-05CA-08076237F679}" dt="2025-12-09T17:21:04.347" v="41" actId="1076"/>
          <ac:spMkLst>
            <pc:docMk/>
            <pc:sldMk cId="1589415390" sldId="269"/>
            <ac:spMk id="2" creationId="{0DA66A90-9050-6993-BEC7-BBB48A81B26D}"/>
          </ac:spMkLst>
        </pc:spChg>
        <pc:spChg chg="del">
          <ac:chgData name="Guest User" userId="" providerId="Windows Live" clId="Web-{6F69805E-7A6A-4CC9-05CA-08076237F679}" dt="2025-12-09T17:20:08.940" v="25"/>
          <ac:spMkLst>
            <pc:docMk/>
            <pc:sldMk cId="1589415390" sldId="269"/>
            <ac:spMk id="3" creationId="{DE5FB0FA-CADE-F68D-A143-9ECC5047880E}"/>
          </ac:spMkLst>
        </pc:spChg>
        <pc:spChg chg="add mod">
          <ac:chgData name="Guest User" userId="" providerId="Windows Live" clId="Web-{6F69805E-7A6A-4CC9-05CA-08076237F679}" dt="2025-12-09T17:21:32.269" v="63" actId="14100"/>
          <ac:spMkLst>
            <pc:docMk/>
            <pc:sldMk cId="1589415390" sldId="269"/>
            <ac:spMk id="6" creationId="{8BB6EFEB-8D3B-8C2B-31F4-F5C46415447F}"/>
          </ac:spMkLst>
        </pc:spChg>
        <pc:picChg chg="add mod ord">
          <ac:chgData name="Guest User" userId="" providerId="Windows Live" clId="Web-{6F69805E-7A6A-4CC9-05CA-08076237F679}" dt="2025-12-09T17:22:45.525" v="78" actId="1076"/>
          <ac:picMkLst>
            <pc:docMk/>
            <pc:sldMk cId="1589415390" sldId="269"/>
            <ac:picMk id="4" creationId="{C301CD87-3CE2-84BC-7918-D2BC6AB66704}"/>
          </ac:picMkLst>
        </pc:picChg>
        <pc:picChg chg="add mod">
          <ac:chgData name="Guest User" userId="" providerId="Windows Live" clId="Web-{6F69805E-7A6A-4CC9-05CA-08076237F679}" dt="2025-12-09T17:22:51.479" v="80" actId="1076"/>
          <ac:picMkLst>
            <pc:docMk/>
            <pc:sldMk cId="1589415390" sldId="269"/>
            <ac:picMk id="7" creationId="{5547368F-7ECD-CCAA-F87F-3415BC07FEAA}"/>
          </ac:picMkLst>
        </pc:picChg>
      </pc:sldChg>
      <pc:sldChg chg="addSp delSp modSp new mod setBg">
        <pc:chgData name="Guest User" userId="" providerId="Windows Live" clId="Web-{6F69805E-7A6A-4CC9-05CA-08076237F679}" dt="2025-12-09T17:23:49.329" v="94"/>
        <pc:sldMkLst>
          <pc:docMk/>
          <pc:sldMk cId="3624646779" sldId="270"/>
        </pc:sldMkLst>
        <pc:spChg chg="mod">
          <ac:chgData name="Guest User" userId="" providerId="Windows Live" clId="Web-{6F69805E-7A6A-4CC9-05CA-08076237F679}" dt="2025-12-09T17:23:46.188" v="93"/>
          <ac:spMkLst>
            <pc:docMk/>
            <pc:sldMk cId="3624646779" sldId="270"/>
            <ac:spMk id="2" creationId="{9BFF2DE4-472E-B76A-736C-D741F61F7DAF}"/>
          </ac:spMkLst>
        </pc:spChg>
        <pc:spChg chg="del">
          <ac:chgData name="Guest User" userId="" providerId="Windows Live" clId="Web-{6F69805E-7A6A-4CC9-05CA-08076237F679}" dt="2025-12-09T17:23:31.858" v="82"/>
          <ac:spMkLst>
            <pc:docMk/>
            <pc:sldMk cId="3624646779" sldId="270"/>
            <ac:spMk id="3" creationId="{481AA3F4-FA0E-C88F-3107-6B8D4E6A3132}"/>
          </ac:spMkLst>
        </pc:spChg>
        <pc:spChg chg="add">
          <ac:chgData name="Guest User" userId="" providerId="Windows Live" clId="Web-{6F69805E-7A6A-4CC9-05CA-08076237F679}" dt="2025-12-09T17:23:46.188" v="93"/>
          <ac:spMkLst>
            <pc:docMk/>
            <pc:sldMk cId="3624646779" sldId="270"/>
            <ac:spMk id="17" creationId="{A6073935-E043-4801-AF06-06093A9145F7}"/>
          </ac:spMkLst>
        </pc:spChg>
        <pc:spChg chg="add">
          <ac:chgData name="Guest User" userId="" providerId="Windows Live" clId="Web-{6F69805E-7A6A-4CC9-05CA-08076237F679}" dt="2025-12-09T17:23:46.188" v="93"/>
          <ac:spMkLst>
            <pc:docMk/>
            <pc:sldMk cId="3624646779" sldId="270"/>
            <ac:spMk id="27" creationId="{8D6B9972-4A81-4223-9901-0E559A1D5E59}"/>
          </ac:spMkLst>
        </pc:spChg>
        <pc:grpChg chg="add">
          <ac:chgData name="Guest User" userId="" providerId="Windows Live" clId="Web-{6F69805E-7A6A-4CC9-05CA-08076237F679}" dt="2025-12-09T17:23:46.188" v="93"/>
          <ac:grpSpMkLst>
            <pc:docMk/>
            <pc:sldMk cId="3624646779" sldId="270"/>
            <ac:grpSpMk id="9" creationId="{C616B3DC-C165-433D-9187-62DCC0E317D3}"/>
          </ac:grpSpMkLst>
        </pc:grpChg>
        <pc:grpChg chg="add">
          <ac:chgData name="Guest User" userId="" providerId="Windows Live" clId="Web-{6F69805E-7A6A-4CC9-05CA-08076237F679}" dt="2025-12-09T17:23:46.188" v="93"/>
          <ac:grpSpMkLst>
            <pc:docMk/>
            <pc:sldMk cId="3624646779" sldId="270"/>
            <ac:grpSpMk id="19" creationId="{8AC26FF4-D6F9-4A94-A837-D051A101EDD3}"/>
          </ac:grpSpMkLst>
        </pc:grpChg>
        <pc:picChg chg="add mod ord">
          <ac:chgData name="Guest User" userId="" providerId="Windows Live" clId="Web-{6F69805E-7A6A-4CC9-05CA-08076237F679}" dt="2025-12-09T17:23:49.329" v="94"/>
          <ac:picMkLst>
            <pc:docMk/>
            <pc:sldMk cId="3624646779" sldId="270"/>
            <ac:picMk id="4" creationId="{91C6EF72-F604-7A60-C173-56703CAEEE85}"/>
          </ac:picMkLst>
        </pc:picChg>
      </pc:sldChg>
      <pc:sldChg chg="modSp new ord">
        <pc:chgData name="Guest User" userId="" providerId="Windows Live" clId="Web-{6F69805E-7A6A-4CC9-05CA-08076237F679}" dt="2025-12-09T17:49:05.493" v="391" actId="20577"/>
        <pc:sldMkLst>
          <pc:docMk/>
          <pc:sldMk cId="2452685373" sldId="271"/>
        </pc:sldMkLst>
        <pc:spChg chg="mod">
          <ac:chgData name="Guest User" userId="" providerId="Windows Live" clId="Web-{6F69805E-7A6A-4CC9-05CA-08076237F679}" dt="2025-12-09T17:46:21.146" v="220" actId="20577"/>
          <ac:spMkLst>
            <pc:docMk/>
            <pc:sldMk cId="2452685373" sldId="271"/>
            <ac:spMk id="2" creationId="{EFD91C05-2918-6A7C-6722-F8E52C1292FF}"/>
          </ac:spMkLst>
        </pc:spChg>
        <pc:spChg chg="mod">
          <ac:chgData name="Guest User" userId="" providerId="Windows Live" clId="Web-{6F69805E-7A6A-4CC9-05CA-08076237F679}" dt="2025-12-09T17:49:05.493" v="391" actId="20577"/>
          <ac:spMkLst>
            <pc:docMk/>
            <pc:sldMk cId="2452685373" sldId="271"/>
            <ac:spMk id="3" creationId="{C1F45F76-C17A-DFEC-E4C1-BB46FBB1F52C}"/>
          </ac:spMkLst>
        </pc:spChg>
      </pc:sldChg>
    </pc:docChg>
  </pc:docChgLst>
  <pc:docChgLst>
    <pc:chgData clId="Web-{353462B6-B156-BB93-9DD1-44EC193D452D}"/>
    <pc:docChg chg="modSld">
      <pc:chgData name="" userId="" providerId="" clId="Web-{353462B6-B156-BB93-9DD1-44EC193D452D}" dt="2025-12-09T15:34:13.120" v="0" actId="20577"/>
      <pc:docMkLst>
        <pc:docMk/>
      </pc:docMkLst>
      <pc:sldChg chg="modSp">
        <pc:chgData name="" userId="" providerId="" clId="Web-{353462B6-B156-BB93-9DD1-44EC193D452D}" dt="2025-12-09T15:34:13.120" v="0" actId="20577"/>
        <pc:sldMkLst>
          <pc:docMk/>
          <pc:sldMk cId="1847011753" sldId="257"/>
        </pc:sldMkLst>
        <pc:spChg chg="mod">
          <ac:chgData name="" userId="" providerId="" clId="Web-{353462B6-B156-BB93-9DD1-44EC193D452D}" dt="2025-12-09T15:34:13.120" v="0" actId="20577"/>
          <ac:spMkLst>
            <pc:docMk/>
            <pc:sldMk cId="1847011753" sldId="257"/>
            <ac:spMk id="3" creationId="{E0A7DD76-9038-4678-5651-AB5BD8E42AA5}"/>
          </ac:spMkLst>
        </pc:spChg>
      </pc:sldChg>
    </pc:docChg>
  </pc:docChgLst>
  <pc:docChgLst>
    <pc:chgData name="Guest User" providerId="Windows Live" clId="Web-{D3F4D50F-2E94-619E-C227-F6C131773694}"/>
    <pc:docChg chg="addSld modSld sldOrd">
      <pc:chgData name="Guest User" userId="" providerId="Windows Live" clId="Web-{D3F4D50F-2E94-619E-C227-F6C131773694}" dt="2025-12-09T17:49:54.260" v="181" actId="20577"/>
      <pc:docMkLst>
        <pc:docMk/>
      </pc:docMkLst>
      <pc:sldChg chg="modSp">
        <pc:chgData name="Guest User" userId="" providerId="Windows Live" clId="Web-{D3F4D50F-2E94-619E-C227-F6C131773694}" dt="2025-12-09T17:49:54.260" v="181" actId="20577"/>
        <pc:sldMkLst>
          <pc:docMk/>
          <pc:sldMk cId="3390715883" sldId="265"/>
        </pc:sldMkLst>
        <pc:spChg chg="mod">
          <ac:chgData name="Guest User" userId="" providerId="Windows Live" clId="Web-{D3F4D50F-2E94-619E-C227-F6C131773694}" dt="2025-12-09T16:54:45.641" v="93" actId="20577"/>
          <ac:spMkLst>
            <pc:docMk/>
            <pc:sldMk cId="3390715883" sldId="265"/>
            <ac:spMk id="2" creationId="{47E3DE33-5FEE-0315-DBAE-BE8D668BECA7}"/>
          </ac:spMkLst>
        </pc:spChg>
        <pc:spChg chg="mod">
          <ac:chgData name="Guest User" userId="" providerId="Windows Live" clId="Web-{D3F4D50F-2E94-619E-C227-F6C131773694}" dt="2025-12-09T16:54:52.673" v="94" actId="20577"/>
          <ac:spMkLst>
            <pc:docMk/>
            <pc:sldMk cId="3390715883" sldId="265"/>
            <ac:spMk id="3" creationId="{273B9A50-65A0-7A73-680B-9F329C817B9B}"/>
          </ac:spMkLst>
        </pc:spChg>
        <pc:graphicFrameChg chg="modGraphic">
          <ac:chgData name="Guest User" userId="" providerId="Windows Live" clId="Web-{D3F4D50F-2E94-619E-C227-F6C131773694}" dt="2025-12-09T17:49:54.260" v="181" actId="20577"/>
          <ac:graphicFrameMkLst>
            <pc:docMk/>
            <pc:sldMk cId="3390715883" sldId="265"/>
            <ac:graphicFrameMk id="7" creationId="{58B8743D-F1FA-A766-0900-C00AFBF28A12}"/>
          </ac:graphicFrameMkLst>
        </pc:graphicFrameChg>
      </pc:sldChg>
      <pc:sldChg chg="addSp delSp modSp new mod ord setBg">
        <pc:chgData name="Guest User" userId="" providerId="Windows Live" clId="Web-{D3F4D50F-2E94-619E-C227-F6C131773694}" dt="2025-12-09T17:10:40.484" v="136"/>
        <pc:sldMkLst>
          <pc:docMk/>
          <pc:sldMk cId="2561600156" sldId="266"/>
        </pc:sldMkLst>
        <pc:spChg chg="mod">
          <ac:chgData name="Guest User" userId="" providerId="Windows Live" clId="Web-{D3F4D50F-2E94-619E-C227-F6C131773694}" dt="2025-12-09T16:59:16.125" v="135"/>
          <ac:spMkLst>
            <pc:docMk/>
            <pc:sldMk cId="2561600156" sldId="266"/>
            <ac:spMk id="2" creationId="{79E0293B-69E0-E64A-385A-2E835A17692E}"/>
          </ac:spMkLst>
        </pc:spChg>
        <pc:spChg chg="del">
          <ac:chgData name="Guest User" userId="" providerId="Windows Live" clId="Web-{D3F4D50F-2E94-619E-C227-F6C131773694}" dt="2025-12-09T16:47:53.782" v="4"/>
          <ac:spMkLst>
            <pc:docMk/>
            <pc:sldMk cId="2561600156" sldId="266"/>
            <ac:spMk id="3" creationId="{E95E487C-A5F7-164F-7037-2129E1CBF303}"/>
          </ac:spMkLst>
        </pc:spChg>
        <pc:spChg chg="add del mod">
          <ac:chgData name="Guest User" userId="" providerId="Windows Live" clId="Web-{D3F4D50F-2E94-619E-C227-F6C131773694}" dt="2025-12-09T16:59:00.391" v="134"/>
          <ac:spMkLst>
            <pc:docMk/>
            <pc:sldMk cId="2561600156" sldId="266"/>
            <ac:spMk id="8" creationId="{905EF275-B9EF-FBE6-E6C3-ADD8CA3274C9}"/>
          </ac:spMkLst>
        </pc:spChg>
        <pc:spChg chg="add del">
          <ac:chgData name="Guest User" userId="" providerId="Windows Live" clId="Web-{D3F4D50F-2E94-619E-C227-F6C131773694}" dt="2025-12-09T16:59:16.125" v="135"/>
          <ac:spMkLst>
            <pc:docMk/>
            <pc:sldMk cId="2561600156" sldId="266"/>
            <ac:spMk id="19" creationId="{21ECAAB0-702B-4C08-B30F-0AFAC3479ADF}"/>
          </ac:spMkLst>
        </pc:spChg>
        <pc:spChg chg="add">
          <ac:chgData name="Guest User" userId="" providerId="Windows Live" clId="Web-{D3F4D50F-2E94-619E-C227-F6C131773694}" dt="2025-12-09T16:59:16.125" v="135"/>
          <ac:spMkLst>
            <pc:docMk/>
            <pc:sldMk cId="2561600156" sldId="266"/>
            <ac:spMk id="32" creationId="{A6073935-E043-4801-AF06-06093A9145F7}"/>
          </ac:spMkLst>
        </pc:spChg>
        <pc:spChg chg="add">
          <ac:chgData name="Guest User" userId="" providerId="Windows Live" clId="Web-{D3F4D50F-2E94-619E-C227-F6C131773694}" dt="2025-12-09T16:59:16.125" v="135"/>
          <ac:spMkLst>
            <pc:docMk/>
            <pc:sldMk cId="2561600156" sldId="266"/>
            <ac:spMk id="42" creationId="{8D6B9972-4A81-4223-9901-0E559A1D5E59}"/>
          </ac:spMkLst>
        </pc:spChg>
        <pc:grpChg chg="add del">
          <ac:chgData name="Guest User" userId="" providerId="Windows Live" clId="Web-{D3F4D50F-2E94-619E-C227-F6C131773694}" dt="2025-12-09T16:59:16.125" v="135"/>
          <ac:grpSpMkLst>
            <pc:docMk/>
            <pc:sldMk cId="2561600156" sldId="266"/>
            <ac:grpSpMk id="11" creationId="{28A4A409-9242-444A-AC1F-809866828B50}"/>
          </ac:grpSpMkLst>
        </pc:grpChg>
        <pc:grpChg chg="add">
          <ac:chgData name="Guest User" userId="" providerId="Windows Live" clId="Web-{D3F4D50F-2E94-619E-C227-F6C131773694}" dt="2025-12-09T16:59:16.125" v="135"/>
          <ac:grpSpMkLst>
            <pc:docMk/>
            <pc:sldMk cId="2561600156" sldId="266"/>
            <ac:grpSpMk id="24" creationId="{C616B3DC-C165-433D-9187-62DCC0E317D3}"/>
          </ac:grpSpMkLst>
        </pc:grpChg>
        <pc:grpChg chg="add">
          <ac:chgData name="Guest User" userId="" providerId="Windows Live" clId="Web-{D3F4D50F-2E94-619E-C227-F6C131773694}" dt="2025-12-09T16:59:16.125" v="135"/>
          <ac:grpSpMkLst>
            <pc:docMk/>
            <pc:sldMk cId="2561600156" sldId="266"/>
            <ac:grpSpMk id="34" creationId="{8AC26FF4-D6F9-4A94-A837-D051A101EDD3}"/>
          </ac:grpSpMkLst>
        </pc:grpChg>
        <pc:picChg chg="add mod ord">
          <ac:chgData name="Guest User" userId="" providerId="Windows Live" clId="Web-{D3F4D50F-2E94-619E-C227-F6C131773694}" dt="2025-12-09T16:59:16.125" v="135"/>
          <ac:picMkLst>
            <pc:docMk/>
            <pc:sldMk cId="2561600156" sldId="266"/>
            <ac:picMk id="4" creationId="{7E26B60A-06DD-8BE4-EC3D-52CEF40E158F}"/>
          </ac:picMkLst>
        </pc:picChg>
      </pc:sldChg>
    </pc:docChg>
  </pc:docChgLst>
  <pc:docChgLst>
    <pc:chgData name="Guest User" providerId="Windows Live" clId="Web-{53BF12FC-AB9A-BE65-03E7-8A32F3284DC7}"/>
    <pc:docChg chg="modSld">
      <pc:chgData name="Guest User" userId="" providerId="Windows Live" clId="Web-{53BF12FC-AB9A-BE65-03E7-8A32F3284DC7}" dt="2025-12-10T14:44:34.429" v="12" actId="1076"/>
      <pc:docMkLst>
        <pc:docMk/>
      </pc:docMkLst>
      <pc:sldChg chg="modSp">
        <pc:chgData name="Guest User" userId="" providerId="Windows Live" clId="Web-{53BF12FC-AB9A-BE65-03E7-8A32F3284DC7}" dt="2025-12-10T14:43:49.720" v="10" actId="1076"/>
        <pc:sldMkLst>
          <pc:docMk/>
          <pc:sldMk cId="2238471976" sldId="268"/>
        </pc:sldMkLst>
        <pc:picChg chg="mod">
          <ac:chgData name="Guest User" userId="" providerId="Windows Live" clId="Web-{53BF12FC-AB9A-BE65-03E7-8A32F3284DC7}" dt="2025-12-10T14:43:49.720" v="10" actId="1076"/>
          <ac:picMkLst>
            <pc:docMk/>
            <pc:sldMk cId="2238471976" sldId="268"/>
            <ac:picMk id="3" creationId="{433404D6-5E55-16D9-18E2-19B2936E22B7}"/>
          </ac:picMkLst>
        </pc:picChg>
        <pc:picChg chg="mod">
          <ac:chgData name="Guest User" userId="" providerId="Windows Live" clId="Web-{53BF12FC-AB9A-BE65-03E7-8A32F3284DC7}" dt="2025-12-10T14:42:53.689" v="8" actId="1076"/>
          <ac:picMkLst>
            <pc:docMk/>
            <pc:sldMk cId="2238471976" sldId="268"/>
            <ac:picMk id="4" creationId="{C95DB404-2092-97CD-8D63-9E8EA0B58250}"/>
          </ac:picMkLst>
        </pc:picChg>
      </pc:sldChg>
      <pc:sldChg chg="modSp">
        <pc:chgData name="Guest User" userId="" providerId="Windows Live" clId="Web-{53BF12FC-AB9A-BE65-03E7-8A32F3284DC7}" dt="2025-12-10T14:44:34.429" v="12" actId="1076"/>
        <pc:sldMkLst>
          <pc:docMk/>
          <pc:sldMk cId="2452685373" sldId="271"/>
        </pc:sldMkLst>
        <pc:spChg chg="mod">
          <ac:chgData name="Guest User" userId="" providerId="Windows Live" clId="Web-{53BF12FC-AB9A-BE65-03E7-8A32F3284DC7}" dt="2025-12-10T14:44:34.413" v="11" actId="1076"/>
          <ac:spMkLst>
            <pc:docMk/>
            <pc:sldMk cId="2452685373" sldId="271"/>
            <ac:spMk id="2" creationId="{EFD91C05-2918-6A7C-6722-F8E52C1292FF}"/>
          </ac:spMkLst>
        </pc:spChg>
        <pc:spChg chg="mod">
          <ac:chgData name="Guest User" userId="" providerId="Windows Live" clId="Web-{53BF12FC-AB9A-BE65-03E7-8A32F3284DC7}" dt="2025-12-10T14:44:34.429" v="12" actId="1076"/>
          <ac:spMkLst>
            <pc:docMk/>
            <pc:sldMk cId="2452685373" sldId="271"/>
            <ac:spMk id="3" creationId="{C1F45F76-C17A-DFEC-E4C1-BB46FBB1F52C}"/>
          </ac:spMkLst>
        </pc:spChg>
      </pc:sldChg>
    </pc:docChg>
  </pc:docChgLst>
  <pc:docChgLst>
    <pc:chgData name="Ethan Tice" userId="7e858bab184d1b64" providerId="LiveId" clId="{276CE370-C81E-4491-8B02-840C4CB879D5}"/>
    <pc:docChg chg="undo redo custSel addSld delSld modSld sldOrd">
      <pc:chgData name="Ethan Tice" userId="7e858bab184d1b64" providerId="LiveId" clId="{276CE370-C81E-4491-8B02-840C4CB879D5}" dt="2025-12-10T14:01:53.844" v="1468" actId="1076"/>
      <pc:docMkLst>
        <pc:docMk/>
      </pc:docMkLst>
      <pc:sldChg chg="addSp delSp modSp mod setBg addAnim delDesignElem">
        <pc:chgData name="Ethan Tice" userId="7e858bab184d1b64" providerId="LiveId" clId="{276CE370-C81E-4491-8B02-840C4CB879D5}" dt="2025-12-04T18:37:59.944" v="59" actId="20577"/>
        <pc:sldMkLst>
          <pc:docMk/>
          <pc:sldMk cId="1847011753" sldId="257"/>
        </pc:sldMkLst>
        <pc:spChg chg="mod">
          <ac:chgData name="Ethan Tice" userId="7e858bab184d1b64" providerId="LiveId" clId="{276CE370-C81E-4491-8B02-840C4CB879D5}" dt="2025-12-04T18:37:59.944" v="59" actId="20577"/>
          <ac:spMkLst>
            <pc:docMk/>
            <pc:sldMk cId="1847011753" sldId="257"/>
            <ac:spMk id="2" creationId="{A3D868CC-8465-5516-7EA4-4DD36A45931A}"/>
          </ac:spMkLst>
        </pc:spChg>
        <pc:spChg chg="mod">
          <ac:chgData name="Ethan Tice" userId="7e858bab184d1b64" providerId="LiveId" clId="{276CE370-C81E-4491-8B02-840C4CB879D5}" dt="2025-12-04T18:23:00.137" v="32"/>
          <ac:spMkLst>
            <pc:docMk/>
            <pc:sldMk cId="1847011753" sldId="257"/>
            <ac:spMk id="3" creationId="{E0A7DD76-9038-4678-5651-AB5BD8E42AA5}"/>
          </ac:spMkLst>
        </pc:spChg>
        <pc:picChg chg="add">
          <ac:chgData name="Ethan Tice" userId="7e858bab184d1b64" providerId="LiveId" clId="{276CE370-C81E-4491-8B02-840C4CB879D5}" dt="2025-12-04T18:21:42.359" v="28" actId="26606"/>
          <ac:picMkLst>
            <pc:docMk/>
            <pc:sldMk cId="1847011753" sldId="257"/>
            <ac:picMk id="5" creationId="{E7F776A7-3069-E073-67A1-135534A40E7D}"/>
          </ac:picMkLst>
        </pc:picChg>
      </pc:sldChg>
      <pc:sldChg chg="modSp mod">
        <pc:chgData name="Ethan Tice" userId="7e858bab184d1b64" providerId="LiveId" clId="{276CE370-C81E-4491-8B02-840C4CB879D5}" dt="2025-12-05T20:41:23.175" v="830" actId="14100"/>
        <pc:sldMkLst>
          <pc:docMk/>
          <pc:sldMk cId="3284972409" sldId="259"/>
        </pc:sldMkLst>
        <pc:spChg chg="mod">
          <ac:chgData name="Ethan Tice" userId="7e858bab184d1b64" providerId="LiveId" clId="{276CE370-C81E-4491-8B02-840C4CB879D5}" dt="2025-12-05T20:41:23.175" v="830" actId="14100"/>
          <ac:spMkLst>
            <pc:docMk/>
            <pc:sldMk cId="3284972409" sldId="259"/>
            <ac:spMk id="2" creationId="{1D38C6B2-5BA7-9B46-C090-E49F545E58D5}"/>
          </ac:spMkLst>
        </pc:spChg>
      </pc:sldChg>
      <pc:sldChg chg="modSp mod ord">
        <pc:chgData name="Ethan Tice" userId="7e858bab184d1b64" providerId="LiveId" clId="{276CE370-C81E-4491-8B02-840C4CB879D5}" dt="2025-12-08T23:52:50.990" v="980" actId="20577"/>
        <pc:sldMkLst>
          <pc:docMk/>
          <pc:sldMk cId="2188798404" sldId="261"/>
        </pc:sldMkLst>
        <pc:spChg chg="mod">
          <ac:chgData name="Ethan Tice" userId="7e858bab184d1b64" providerId="LiveId" clId="{276CE370-C81E-4491-8B02-840C4CB879D5}" dt="2025-12-08T23:52:50.990" v="980" actId="20577"/>
          <ac:spMkLst>
            <pc:docMk/>
            <pc:sldMk cId="2188798404" sldId="261"/>
            <ac:spMk id="2" creationId="{27A79AF9-9848-EFAC-D2C2-1A99A9A4E07E}"/>
          </ac:spMkLst>
        </pc:spChg>
      </pc:sldChg>
      <pc:sldChg chg="addSp delSp modSp mod setBg">
        <pc:chgData name="Ethan Tice" userId="7e858bab184d1b64" providerId="LiveId" clId="{276CE370-C81E-4491-8B02-840C4CB879D5}" dt="2025-12-09T19:09:24.186" v="1372" actId="20577"/>
        <pc:sldMkLst>
          <pc:docMk/>
          <pc:sldMk cId="3215349645" sldId="262"/>
        </pc:sldMkLst>
        <pc:spChg chg="mod">
          <ac:chgData name="Ethan Tice" userId="7e858bab184d1b64" providerId="LiveId" clId="{276CE370-C81E-4491-8B02-840C4CB879D5}" dt="2025-12-09T19:09:24.186" v="1372" actId="20577"/>
          <ac:spMkLst>
            <pc:docMk/>
            <pc:sldMk cId="3215349645" sldId="262"/>
            <ac:spMk id="2" creationId="{52FBB425-BFC5-A130-8FE2-A54FD8B0DFCC}"/>
          </ac:spMkLst>
        </pc:spChg>
        <pc:spChg chg="del mod">
          <ac:chgData name="Ethan Tice" userId="7e858bab184d1b64" providerId="LiveId" clId="{276CE370-C81E-4491-8B02-840C4CB879D5}" dt="2025-12-09T17:50:59.246" v="1361" actId="26606"/>
          <ac:spMkLst>
            <pc:docMk/>
            <pc:sldMk cId="3215349645" sldId="262"/>
            <ac:spMk id="3" creationId="{3DFD392C-AA13-37A0-4D49-B63A122DAB58}"/>
          </ac:spMkLst>
        </pc:spChg>
        <pc:graphicFrameChg chg="add">
          <ac:chgData name="Ethan Tice" userId="7e858bab184d1b64" providerId="LiveId" clId="{276CE370-C81E-4491-8B02-840C4CB879D5}" dt="2025-12-09T17:50:59.246" v="1361" actId="26606"/>
          <ac:graphicFrameMkLst>
            <pc:docMk/>
            <pc:sldMk cId="3215349645" sldId="262"/>
            <ac:graphicFrameMk id="5" creationId="{F276A034-962E-2BF3-3426-FCEB3025EDD7}"/>
          </ac:graphicFrameMkLst>
        </pc:graphicFrameChg>
      </pc:sldChg>
      <pc:sldChg chg="addSp delSp modSp new mod">
        <pc:chgData name="Ethan Tice" userId="7e858bab184d1b64" providerId="LiveId" clId="{276CE370-C81E-4491-8B02-840C4CB879D5}" dt="2025-12-09T20:04:07.968" v="1461" actId="20577"/>
        <pc:sldMkLst>
          <pc:docMk/>
          <pc:sldMk cId="4164729141" sldId="263"/>
        </pc:sldMkLst>
        <pc:spChg chg="mod">
          <ac:chgData name="Ethan Tice" userId="7e858bab184d1b64" providerId="LiveId" clId="{276CE370-C81E-4491-8B02-840C4CB879D5}" dt="2025-12-04T19:11:30.611" v="667" actId="20577"/>
          <ac:spMkLst>
            <pc:docMk/>
            <pc:sldMk cId="4164729141" sldId="263"/>
            <ac:spMk id="2" creationId="{2A66628B-A6F3-6FF8-523A-6EC3A50EE08A}"/>
          </ac:spMkLst>
        </pc:spChg>
        <pc:spChg chg="mod">
          <ac:chgData name="Ethan Tice" userId="7e858bab184d1b64" providerId="LiveId" clId="{276CE370-C81E-4491-8B02-840C4CB879D5}" dt="2025-12-09T20:04:07.968" v="1461" actId="20577"/>
          <ac:spMkLst>
            <pc:docMk/>
            <pc:sldMk cId="4164729141" sldId="263"/>
            <ac:spMk id="3" creationId="{A6205880-4A7B-5214-F1BB-D6BBDCD3F4CB}"/>
          </ac:spMkLst>
        </pc:spChg>
        <pc:picChg chg="add del mod">
          <ac:chgData name="Ethan Tice" userId="7e858bab184d1b64" providerId="LiveId" clId="{276CE370-C81E-4491-8B02-840C4CB879D5}" dt="2025-12-09T00:43:55.498" v="981" actId="478"/>
          <ac:picMkLst>
            <pc:docMk/>
            <pc:sldMk cId="4164729141" sldId="263"/>
            <ac:picMk id="5" creationId="{FB3BF378-4588-6AE3-EFB2-FB0F16745A1E}"/>
          </ac:picMkLst>
        </pc:picChg>
        <pc:picChg chg="add mod">
          <ac:chgData name="Ethan Tice" userId="7e858bab184d1b64" providerId="LiveId" clId="{276CE370-C81E-4491-8B02-840C4CB879D5}" dt="2025-12-09T17:19:51.363" v="1326" actId="1076"/>
          <ac:picMkLst>
            <pc:docMk/>
            <pc:sldMk cId="4164729141" sldId="263"/>
            <ac:picMk id="7" creationId="{FA5B0176-4470-A079-88AC-04F32C4049C9}"/>
          </ac:picMkLst>
        </pc:picChg>
      </pc:sldChg>
      <pc:sldChg chg="modSp new mod ord">
        <pc:chgData name="Ethan Tice" userId="7e858bab184d1b64" providerId="LiveId" clId="{276CE370-C81E-4491-8B02-840C4CB879D5}" dt="2025-12-04T19:24:42.710" v="826" actId="27636"/>
        <pc:sldMkLst>
          <pc:docMk/>
          <pc:sldMk cId="2263045401" sldId="264"/>
        </pc:sldMkLst>
        <pc:spChg chg="mod">
          <ac:chgData name="Ethan Tice" userId="7e858bab184d1b64" providerId="LiveId" clId="{276CE370-C81E-4491-8B02-840C4CB879D5}" dt="2025-12-04T19:24:22.657" v="821" actId="14100"/>
          <ac:spMkLst>
            <pc:docMk/>
            <pc:sldMk cId="2263045401" sldId="264"/>
            <ac:spMk id="2" creationId="{482FC9B0-8F94-FDAA-7B35-DDD33AF9E43C}"/>
          </ac:spMkLst>
        </pc:spChg>
        <pc:spChg chg="mod">
          <ac:chgData name="Ethan Tice" userId="7e858bab184d1b64" providerId="LiveId" clId="{276CE370-C81E-4491-8B02-840C4CB879D5}" dt="2025-12-04T19:24:42.710" v="826" actId="27636"/>
          <ac:spMkLst>
            <pc:docMk/>
            <pc:sldMk cId="2263045401" sldId="264"/>
            <ac:spMk id="3" creationId="{46048335-050B-4FE1-FCE6-6C894703705C}"/>
          </ac:spMkLst>
        </pc:spChg>
      </pc:sldChg>
      <pc:sldChg chg="modSp mod">
        <pc:chgData name="Ethan Tice" userId="7e858bab184d1b64" providerId="LiveId" clId="{276CE370-C81E-4491-8B02-840C4CB879D5}" dt="2025-12-09T17:23:40.391" v="1333" actId="20577"/>
        <pc:sldMkLst>
          <pc:docMk/>
          <pc:sldMk cId="3390715883" sldId="265"/>
        </pc:sldMkLst>
        <pc:spChg chg="mod">
          <ac:chgData name="Ethan Tice" userId="7e858bab184d1b64" providerId="LiveId" clId="{276CE370-C81E-4491-8B02-840C4CB879D5}" dt="2025-12-08T23:52:30.856" v="956" actId="20577"/>
          <ac:spMkLst>
            <pc:docMk/>
            <pc:sldMk cId="3390715883" sldId="265"/>
            <ac:spMk id="2" creationId="{47E3DE33-5FEE-0315-DBAE-BE8D668BECA7}"/>
          </ac:spMkLst>
        </pc:spChg>
        <pc:spChg chg="mod">
          <ac:chgData name="Ethan Tice" userId="7e858bab184d1b64" providerId="LiveId" clId="{276CE370-C81E-4491-8B02-840C4CB879D5}" dt="2025-12-09T17:23:40.391" v="1333" actId="20577"/>
          <ac:spMkLst>
            <pc:docMk/>
            <pc:sldMk cId="3390715883" sldId="265"/>
            <ac:spMk id="3" creationId="{273B9A50-65A0-7A73-680B-9F329C817B9B}"/>
          </ac:spMkLst>
        </pc:spChg>
      </pc:sldChg>
      <pc:sldChg chg="addSp delSp modSp mod">
        <pc:chgData name="Ethan Tice" userId="7e858bab184d1b64" providerId="LiveId" clId="{276CE370-C81E-4491-8B02-840C4CB879D5}" dt="2025-12-09T17:21:24.668" v="1330" actId="27614"/>
        <pc:sldMkLst>
          <pc:docMk/>
          <pc:sldMk cId="2561600156" sldId="266"/>
        </pc:sldMkLst>
        <pc:spChg chg="mod">
          <ac:chgData name="Ethan Tice" userId="7e858bab184d1b64" providerId="LiveId" clId="{276CE370-C81E-4491-8B02-840C4CB879D5}" dt="2025-12-09T17:21:21.873" v="1329" actId="26606"/>
          <ac:spMkLst>
            <pc:docMk/>
            <pc:sldMk cId="2561600156" sldId="266"/>
            <ac:spMk id="2" creationId="{79E0293B-69E0-E64A-385A-2E835A17692E}"/>
          </ac:spMkLst>
        </pc:spChg>
        <pc:spChg chg="add del">
          <ac:chgData name="Ethan Tice" userId="7e858bab184d1b64" providerId="LiveId" clId="{276CE370-C81E-4491-8B02-840C4CB879D5}" dt="2025-12-09T17:21:21.873" v="1329" actId="26606"/>
          <ac:spMkLst>
            <pc:docMk/>
            <pc:sldMk cId="2561600156" sldId="266"/>
            <ac:spMk id="32" creationId="{A6073935-E043-4801-AF06-06093A9145F7}"/>
          </ac:spMkLst>
        </pc:spChg>
        <pc:spChg chg="add del">
          <ac:chgData name="Ethan Tice" userId="7e858bab184d1b64" providerId="LiveId" clId="{276CE370-C81E-4491-8B02-840C4CB879D5}" dt="2025-12-09T17:21:21.873" v="1329" actId="26606"/>
          <ac:spMkLst>
            <pc:docMk/>
            <pc:sldMk cId="2561600156" sldId="266"/>
            <ac:spMk id="42" creationId="{8D6B9972-4A81-4223-9901-0E559A1D5E59}"/>
          </ac:spMkLst>
        </pc:spChg>
        <pc:spChg chg="add del">
          <ac:chgData name="Ethan Tice" userId="7e858bab184d1b64" providerId="LiveId" clId="{276CE370-C81E-4491-8B02-840C4CB879D5}" dt="2025-12-09T17:21:21.815" v="1328" actId="26606"/>
          <ac:spMkLst>
            <pc:docMk/>
            <pc:sldMk cId="2561600156" sldId="266"/>
            <ac:spMk id="55" creationId="{260615AE-7DBC-4FF7-9107-9FE957695B02}"/>
          </ac:spMkLst>
        </pc:spChg>
        <pc:spChg chg="add">
          <ac:chgData name="Ethan Tice" userId="7e858bab184d1b64" providerId="LiveId" clId="{276CE370-C81E-4491-8B02-840C4CB879D5}" dt="2025-12-09T17:21:21.873" v="1329" actId="26606"/>
          <ac:spMkLst>
            <pc:docMk/>
            <pc:sldMk cId="2561600156" sldId="266"/>
            <ac:spMk id="65" creationId="{EB9A9756-A5DB-460E-A867-A2AE77834D3A}"/>
          </ac:spMkLst>
        </pc:spChg>
        <pc:spChg chg="add">
          <ac:chgData name="Ethan Tice" userId="7e858bab184d1b64" providerId="LiveId" clId="{276CE370-C81E-4491-8B02-840C4CB879D5}" dt="2025-12-09T17:21:21.873" v="1329" actId="26606"/>
          <ac:spMkLst>
            <pc:docMk/>
            <pc:sldMk cId="2561600156" sldId="266"/>
            <ac:spMk id="72" creationId="{6C686317-9C96-4A02-88CE-7319FF590580}"/>
          </ac:spMkLst>
        </pc:spChg>
        <pc:grpChg chg="add del">
          <ac:chgData name="Ethan Tice" userId="7e858bab184d1b64" providerId="LiveId" clId="{276CE370-C81E-4491-8B02-840C4CB879D5}" dt="2025-12-09T17:21:21.873" v="1329" actId="26606"/>
          <ac:grpSpMkLst>
            <pc:docMk/>
            <pc:sldMk cId="2561600156" sldId="266"/>
            <ac:grpSpMk id="24" creationId="{C616B3DC-C165-433D-9187-62DCC0E317D3}"/>
          </ac:grpSpMkLst>
        </pc:grpChg>
        <pc:grpChg chg="add del">
          <ac:chgData name="Ethan Tice" userId="7e858bab184d1b64" providerId="LiveId" clId="{276CE370-C81E-4491-8B02-840C4CB879D5}" dt="2025-12-09T17:21:21.873" v="1329" actId="26606"/>
          <ac:grpSpMkLst>
            <pc:docMk/>
            <pc:sldMk cId="2561600156" sldId="266"/>
            <ac:grpSpMk id="34" creationId="{8AC26FF4-D6F9-4A94-A837-D051A101EDD3}"/>
          </ac:grpSpMkLst>
        </pc:grpChg>
        <pc:grpChg chg="add del">
          <ac:chgData name="Ethan Tice" userId="7e858bab184d1b64" providerId="LiveId" clId="{276CE370-C81E-4491-8B02-840C4CB879D5}" dt="2025-12-09T17:21:21.815" v="1328" actId="26606"/>
          <ac:grpSpMkLst>
            <pc:docMk/>
            <pc:sldMk cId="2561600156" sldId="266"/>
            <ac:grpSpMk id="47" creationId="{C616B3DC-C165-433D-9187-62DCC0E317D3}"/>
          </ac:grpSpMkLst>
        </pc:grpChg>
        <pc:grpChg chg="add">
          <ac:chgData name="Ethan Tice" userId="7e858bab184d1b64" providerId="LiveId" clId="{276CE370-C81E-4491-8B02-840C4CB879D5}" dt="2025-12-09T17:21:21.873" v="1329" actId="26606"/>
          <ac:grpSpMkLst>
            <pc:docMk/>
            <pc:sldMk cId="2561600156" sldId="266"/>
            <ac:grpSpMk id="57" creationId="{E0E25B5C-98A3-47D8-A4D7-10C2E1758981}"/>
          </ac:grpSpMkLst>
        </pc:grpChg>
        <pc:grpChg chg="add">
          <ac:chgData name="Ethan Tice" userId="7e858bab184d1b64" providerId="LiveId" clId="{276CE370-C81E-4491-8B02-840C4CB879D5}" dt="2025-12-09T17:21:21.873" v="1329" actId="26606"/>
          <ac:grpSpMkLst>
            <pc:docMk/>
            <pc:sldMk cId="2561600156" sldId="266"/>
            <ac:grpSpMk id="64" creationId="{C616B3DC-C165-433D-9187-62DCC0E317D3}"/>
          </ac:grpSpMkLst>
        </pc:grpChg>
        <pc:picChg chg="mod">
          <ac:chgData name="Ethan Tice" userId="7e858bab184d1b64" providerId="LiveId" clId="{276CE370-C81E-4491-8B02-840C4CB879D5}" dt="2025-12-09T17:21:24.668" v="1330" actId="27614"/>
          <ac:picMkLst>
            <pc:docMk/>
            <pc:sldMk cId="2561600156" sldId="266"/>
            <ac:picMk id="4" creationId="{7E26B60A-06DD-8BE4-EC3D-52CEF40E158F}"/>
          </ac:picMkLst>
        </pc:picChg>
      </pc:sldChg>
      <pc:sldChg chg="addSp delSp modSp new mod setBg">
        <pc:chgData name="Ethan Tice" userId="7e858bab184d1b64" providerId="LiveId" clId="{276CE370-C81E-4491-8B02-840C4CB879D5}" dt="2025-12-09T16:46:58.119" v="1323" actId="26606"/>
        <pc:sldMkLst>
          <pc:docMk/>
          <pc:sldMk cId="485619538" sldId="267"/>
        </pc:sldMkLst>
        <pc:spChg chg="mod ord">
          <ac:chgData name="Ethan Tice" userId="7e858bab184d1b64" providerId="LiveId" clId="{276CE370-C81E-4491-8B02-840C4CB879D5}" dt="2025-12-09T16:46:58.119" v="1323" actId="26606"/>
          <ac:spMkLst>
            <pc:docMk/>
            <pc:sldMk cId="485619538" sldId="267"/>
            <ac:spMk id="2" creationId="{1E961939-39DC-6C29-8014-B92568362922}"/>
          </ac:spMkLst>
        </pc:spChg>
        <pc:spChg chg="del">
          <ac:chgData name="Ethan Tice" userId="7e858bab184d1b64" providerId="LiveId" clId="{276CE370-C81E-4491-8B02-840C4CB879D5}" dt="2025-12-09T16:46:34.400" v="1322" actId="26606"/>
          <ac:spMkLst>
            <pc:docMk/>
            <pc:sldMk cId="485619538" sldId="267"/>
            <ac:spMk id="3" creationId="{72A752F9-7B14-8110-9115-6E9003CE044E}"/>
          </ac:spMkLst>
        </pc:spChg>
        <pc:spChg chg="add del">
          <ac:chgData name="Ethan Tice" userId="7e858bab184d1b64" providerId="LiveId" clId="{276CE370-C81E-4491-8B02-840C4CB879D5}" dt="2025-12-09T16:46:58.119" v="1323" actId="26606"/>
          <ac:spMkLst>
            <pc:docMk/>
            <pc:sldMk cId="485619538" sldId="267"/>
            <ac:spMk id="17" creationId="{E58348C3-6249-4952-AA86-C63DB35EA9F2}"/>
          </ac:spMkLst>
        </pc:spChg>
        <pc:grpChg chg="add del">
          <ac:chgData name="Ethan Tice" userId="7e858bab184d1b64" providerId="LiveId" clId="{276CE370-C81E-4491-8B02-840C4CB879D5}" dt="2025-12-09T16:46:58.119" v="1323" actId="26606"/>
          <ac:grpSpMkLst>
            <pc:docMk/>
            <pc:sldMk cId="485619538" sldId="267"/>
            <ac:grpSpMk id="9" creationId="{08F94D66-27EC-4CB8-8226-D7F41C161863}"/>
          </ac:grpSpMkLst>
        </pc:grpChg>
        <pc:grpChg chg="add del">
          <ac:chgData name="Ethan Tice" userId="7e858bab184d1b64" providerId="LiveId" clId="{276CE370-C81E-4491-8B02-840C4CB879D5}" dt="2025-12-09T16:46:58.119" v="1323" actId="26606"/>
          <ac:grpSpMkLst>
            <pc:docMk/>
            <pc:sldMk cId="485619538" sldId="267"/>
            <ac:grpSpMk id="19" creationId="{DE6174AD-DBB0-43E6-98C2-738DB3A15244}"/>
          </ac:grpSpMkLst>
        </pc:grpChg>
        <pc:grpChg chg="add">
          <ac:chgData name="Ethan Tice" userId="7e858bab184d1b64" providerId="LiveId" clId="{276CE370-C81E-4491-8B02-840C4CB879D5}" dt="2025-12-09T16:46:58.119" v="1323" actId="26606"/>
          <ac:grpSpMkLst>
            <pc:docMk/>
            <pc:sldMk cId="485619538" sldId="267"/>
            <ac:grpSpMk id="30" creationId="{08F94D66-27EC-4CB8-8226-D7F41C161863}"/>
          </ac:grpSpMkLst>
        </pc:grpChg>
        <pc:grpChg chg="add">
          <ac:chgData name="Ethan Tice" userId="7e858bab184d1b64" providerId="LiveId" clId="{276CE370-C81E-4491-8B02-840C4CB879D5}" dt="2025-12-09T16:46:58.119" v="1323" actId="26606"/>
          <ac:grpSpMkLst>
            <pc:docMk/>
            <pc:sldMk cId="485619538" sldId="267"/>
            <ac:grpSpMk id="38" creationId="{503816F2-40D5-4C23-AF57-063E3923610A}"/>
          </ac:grpSpMkLst>
        </pc:grpChg>
        <pc:picChg chg="add mod">
          <ac:chgData name="Ethan Tice" userId="7e858bab184d1b64" providerId="LiveId" clId="{276CE370-C81E-4491-8B02-840C4CB879D5}" dt="2025-12-09T16:46:58.119" v="1323" actId="26606"/>
          <ac:picMkLst>
            <pc:docMk/>
            <pc:sldMk cId="485619538" sldId="267"/>
            <ac:picMk id="5" creationId="{22E59411-368E-4AC2-4AC4-BA066A0B0436}"/>
          </ac:picMkLst>
        </pc:picChg>
      </pc:sldChg>
      <pc:sldChg chg="addSp modSp mod">
        <pc:chgData name="Ethan Tice" userId="7e858bab184d1b64" providerId="LiveId" clId="{276CE370-C81E-4491-8B02-840C4CB879D5}" dt="2025-12-10T14:01:53.844" v="1468" actId="1076"/>
        <pc:sldMkLst>
          <pc:docMk/>
          <pc:sldMk cId="2238471976" sldId="268"/>
        </pc:sldMkLst>
        <pc:picChg chg="add mod">
          <ac:chgData name="Ethan Tice" userId="7e858bab184d1b64" providerId="LiveId" clId="{276CE370-C81E-4491-8B02-840C4CB879D5}" dt="2025-12-10T14:01:53.844" v="1468" actId="1076"/>
          <ac:picMkLst>
            <pc:docMk/>
            <pc:sldMk cId="2238471976" sldId="268"/>
            <ac:picMk id="3" creationId="{433404D6-5E55-16D9-18E2-19B2936E22B7}"/>
          </ac:picMkLst>
        </pc:picChg>
      </pc:sldChg>
    </pc:docChg>
  </pc:docChgLst>
  <pc:docChgLst>
    <pc:chgData name="Guest User" providerId="Windows Live" clId="Web-{353462B6-B156-BB93-9DD1-44EC193D452D}"/>
    <pc:docChg chg="modSld sldOrd">
      <pc:chgData name="Guest User" userId="" providerId="Windows Live" clId="Web-{353462B6-B156-BB93-9DD1-44EC193D452D}" dt="2025-12-09T17:48:15.765" v="345" actId="20577"/>
      <pc:docMkLst>
        <pc:docMk/>
      </pc:docMkLst>
      <pc:sldChg chg="addSp delSp modSp ord">
        <pc:chgData name="Guest User" userId="" providerId="Windows Live" clId="Web-{353462B6-B156-BB93-9DD1-44EC193D452D}" dt="2025-12-09T16:49:49.976" v="303" actId="20577"/>
        <pc:sldMkLst>
          <pc:docMk/>
          <pc:sldMk cId="3284972409" sldId="259"/>
        </pc:sldMkLst>
        <pc:spChg chg="mod">
          <ac:chgData name="Guest User" userId="" providerId="Windows Live" clId="Web-{353462B6-B156-BB93-9DD1-44EC193D452D}" dt="2025-12-09T16:49:49.976" v="303" actId="20577"/>
          <ac:spMkLst>
            <pc:docMk/>
            <pc:sldMk cId="3284972409" sldId="259"/>
            <ac:spMk id="2" creationId="{1D38C6B2-5BA7-9B46-C090-E49F545E58D5}"/>
          </ac:spMkLst>
        </pc:spChg>
        <pc:spChg chg="del">
          <ac:chgData name="Guest User" userId="" providerId="Windows Live" clId="Web-{353462B6-B156-BB93-9DD1-44EC193D452D}" dt="2025-12-09T15:46:54.881" v="257"/>
          <ac:spMkLst>
            <pc:docMk/>
            <pc:sldMk cId="3284972409" sldId="259"/>
            <ac:spMk id="3" creationId="{B33B7296-F9EE-287A-2A02-333E0580AD41}"/>
          </ac:spMkLst>
        </pc:spChg>
        <pc:picChg chg="add mod ord">
          <ac:chgData name="Guest User" userId="" providerId="Windows Live" clId="Web-{353462B6-B156-BB93-9DD1-44EC193D452D}" dt="2025-12-09T15:49:03.149" v="260" actId="1076"/>
          <ac:picMkLst>
            <pc:docMk/>
            <pc:sldMk cId="3284972409" sldId="259"/>
            <ac:picMk id="4" creationId="{15F51B91-D32C-878B-6DC2-B69443B14D58}"/>
          </ac:picMkLst>
        </pc:picChg>
      </pc:sldChg>
      <pc:sldChg chg="modSp ord">
        <pc:chgData name="Guest User" userId="" providerId="Windows Live" clId="Web-{353462B6-B156-BB93-9DD1-44EC193D452D}" dt="2025-12-09T17:48:15.765" v="345" actId="20577"/>
        <pc:sldMkLst>
          <pc:docMk/>
          <pc:sldMk cId="3390715883" sldId="265"/>
        </pc:sldMkLst>
        <pc:spChg chg="mod">
          <ac:chgData name="Guest User" userId="" providerId="Windows Live" clId="Web-{353462B6-B156-BB93-9DD1-44EC193D452D}" dt="2025-12-09T16:48:58.031" v="281" actId="20577"/>
          <ac:spMkLst>
            <pc:docMk/>
            <pc:sldMk cId="3390715883" sldId="265"/>
            <ac:spMk id="2" creationId="{47E3DE33-5FEE-0315-DBAE-BE8D668BECA7}"/>
          </ac:spMkLst>
        </pc:spChg>
        <pc:spChg chg="mod">
          <ac:chgData name="Guest User" userId="" providerId="Windows Live" clId="Web-{353462B6-B156-BB93-9DD1-44EC193D452D}" dt="2025-12-09T16:52:33.989" v="331" actId="20577"/>
          <ac:spMkLst>
            <pc:docMk/>
            <pc:sldMk cId="3390715883" sldId="265"/>
            <ac:spMk id="3" creationId="{273B9A50-65A0-7A73-680B-9F329C817B9B}"/>
          </ac:spMkLst>
        </pc:spChg>
        <pc:graphicFrameChg chg="modGraphic">
          <ac:chgData name="Guest User" userId="" providerId="Windows Live" clId="Web-{353462B6-B156-BB93-9DD1-44EC193D452D}" dt="2025-12-09T17:48:15.765" v="345" actId="20577"/>
          <ac:graphicFrameMkLst>
            <pc:docMk/>
            <pc:sldMk cId="3390715883" sldId="265"/>
            <ac:graphicFrameMk id="7" creationId="{58B8743D-F1FA-A766-0900-C00AFBF28A12}"/>
          </ac:graphicFrameMkLst>
        </pc:graphicFrameChg>
      </pc:sldChg>
    </pc:docChg>
  </pc:docChgLst>
  <pc:docChgLst>
    <pc:chgData name="Guest User" providerId="Windows Live" clId="Web-{1408A207-3E4E-E02F-F258-B27F1747D3FE}"/>
    <pc:docChg chg="addSld delSld">
      <pc:chgData name="Guest User" userId="" providerId="Windows Live" clId="Web-{1408A207-3E4E-E02F-F258-B27F1747D3FE}" dt="2025-12-04T19:47:42.177" v="7"/>
      <pc:docMkLst>
        <pc:docMk/>
      </pc:docMkLst>
      <pc:sldChg chg="add">
        <pc:chgData name="Guest User" userId="" providerId="Windows Live" clId="Web-{1408A207-3E4E-E02F-F258-B27F1747D3FE}" dt="2025-12-04T17:19:29.273" v="0"/>
        <pc:sldMkLst>
          <pc:docMk/>
          <pc:sldMk cId="1847011753" sldId="257"/>
        </pc:sldMkLst>
      </pc:sldChg>
      <pc:sldChg chg="add">
        <pc:chgData name="Guest User" userId="" providerId="Windows Live" clId="Web-{1408A207-3E4E-E02F-F258-B27F1747D3FE}" dt="2025-12-04T17:19:42.429" v="3"/>
        <pc:sldMkLst>
          <pc:docMk/>
          <pc:sldMk cId="3284972409" sldId="259"/>
        </pc:sldMkLst>
      </pc:sldChg>
      <pc:sldChg chg="add">
        <pc:chgData name="Guest User" userId="" providerId="Windows Live" clId="Web-{1408A207-3E4E-E02F-F258-B27F1747D3FE}" dt="2025-12-04T17:19:42.445" v="5"/>
        <pc:sldMkLst>
          <pc:docMk/>
          <pc:sldMk cId="2188798404" sldId="261"/>
        </pc:sldMkLst>
      </pc:sldChg>
      <pc:sldChg chg="add">
        <pc:chgData name="Guest User" userId="" providerId="Windows Live" clId="Web-{1408A207-3E4E-E02F-F258-B27F1747D3FE}" dt="2025-12-04T17:19:42.460" v="6"/>
        <pc:sldMkLst>
          <pc:docMk/>
          <pc:sldMk cId="3215349645" sldId="26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ED9703-5FCB-4507-A137-D7DFFEFEA7F3}" type="doc">
      <dgm:prSet loTypeId="urn:microsoft.com/office/officeart/2018/2/layout/IconCircleList" loCatId="icon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en-US"/>
        </a:p>
      </dgm:t>
    </dgm:pt>
    <dgm:pt modelId="{48B00C4D-F851-42CD-819D-1BDFCFCF16D8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orbel" panose="020B0503020204020204"/>
            </a:rPr>
            <a:t> </a:t>
          </a:r>
          <a:r>
            <a:rPr lang="en-US"/>
            <a:t>Plain bagel </a:t>
          </a:r>
          <a:r>
            <a:rPr lang="en-US">
              <a:latin typeface="Corbel" panose="020B0503020204020204"/>
            </a:rPr>
            <a:t>efficiency</a:t>
          </a:r>
          <a:endParaRPr lang="en-US"/>
        </a:p>
      </dgm:t>
    </dgm:pt>
    <dgm:pt modelId="{5F1F0D05-6F30-4FD1-98F5-B36E8F9C1108}" type="parTrans" cxnId="{A1E9552C-1AFC-4A57-854B-E35BA8AECE7C}">
      <dgm:prSet/>
      <dgm:spPr/>
      <dgm:t>
        <a:bodyPr/>
        <a:lstStyle/>
        <a:p>
          <a:endParaRPr lang="en-US"/>
        </a:p>
      </dgm:t>
    </dgm:pt>
    <dgm:pt modelId="{C14F5D9C-79F6-4A5F-9593-6D899F50E0F5}" type="sibTrans" cxnId="{A1E9552C-1AFC-4A57-854B-E35BA8AECE7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94458AB-C2AC-4F62-9C93-3F6434F140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 </a:t>
          </a:r>
          <a:r>
            <a:rPr lang="en-US">
              <a:latin typeface="Corbel" panose="020B0503020204020204"/>
            </a:rPr>
            <a:t>pumpernickel</a:t>
          </a:r>
          <a:r>
            <a:rPr lang="en-US"/>
            <a:t> bagels</a:t>
          </a:r>
        </a:p>
      </dgm:t>
    </dgm:pt>
    <dgm:pt modelId="{37062E9B-39D2-4790-A133-D646909C4F2F}" type="parTrans" cxnId="{1E9FB370-F20B-406E-A2EA-1E2CD3E4F7A2}">
      <dgm:prSet/>
      <dgm:spPr/>
      <dgm:t>
        <a:bodyPr/>
        <a:lstStyle/>
        <a:p>
          <a:endParaRPr lang="en-US"/>
        </a:p>
      </dgm:t>
    </dgm:pt>
    <dgm:pt modelId="{16A78B1E-E804-43C9-917C-6FD9627E0526}" type="sibTrans" cxnId="{1E9FB370-F20B-406E-A2EA-1E2CD3E4F7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0262A5D-7156-4489-AD53-530DF363655D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 </a:t>
          </a:r>
          <a:r>
            <a:rPr lang="en-US">
              <a:latin typeface="Corbel" panose="020B0503020204020204"/>
            </a:rPr>
            <a:t>Training</a:t>
          </a:r>
          <a:r>
            <a:rPr lang="en-US"/>
            <a:t> to reduce </a:t>
          </a:r>
          <a:r>
            <a:rPr lang="en-US">
              <a:latin typeface="Corbel" panose="020B0503020204020204"/>
            </a:rPr>
            <a:t>employee </a:t>
          </a:r>
          <a:r>
            <a:rPr lang="en-US"/>
            <a:t>wasterate</a:t>
          </a:r>
          <a:r>
            <a:rPr lang="en-US">
              <a:latin typeface="Corbel" panose="020B0503020204020204"/>
            </a:rPr>
            <a:t>%</a:t>
          </a:r>
          <a:endParaRPr lang="en-US"/>
        </a:p>
      </dgm:t>
    </dgm:pt>
    <dgm:pt modelId="{124D7E86-F628-4286-8B25-5E476B19C8C4}" type="parTrans" cxnId="{2F57D02D-BFAC-41A8-975B-AC8D7DF35745}">
      <dgm:prSet/>
      <dgm:spPr/>
      <dgm:t>
        <a:bodyPr/>
        <a:lstStyle/>
        <a:p>
          <a:endParaRPr lang="en-US"/>
        </a:p>
      </dgm:t>
    </dgm:pt>
    <dgm:pt modelId="{1A61DCF3-D293-40B5-8DDE-6564E0106A16}" type="sibTrans" cxnId="{2F57D02D-BFAC-41A8-975B-AC8D7DF357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6B49744-89D4-448C-8168-D3C66CDB0E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 </a:t>
          </a:r>
          <a:r>
            <a:rPr lang="en-US">
              <a:latin typeface="Corbel" panose="020B0503020204020204"/>
            </a:rPr>
            <a:t>Avoid</a:t>
          </a:r>
          <a:r>
            <a:rPr lang="en-US"/>
            <a:t> null bakers</a:t>
          </a:r>
        </a:p>
      </dgm:t>
    </dgm:pt>
    <dgm:pt modelId="{19F912F0-0D45-480F-AD03-96DE6B31F367}" type="parTrans" cxnId="{D00F41D0-051E-47B5-B394-D739BBC4617B}">
      <dgm:prSet/>
      <dgm:spPr/>
      <dgm:t>
        <a:bodyPr/>
        <a:lstStyle/>
        <a:p>
          <a:endParaRPr lang="en-US"/>
        </a:p>
      </dgm:t>
    </dgm:pt>
    <dgm:pt modelId="{2959F0E2-6489-41E8-BBCA-555B4329E93C}" type="sibTrans" cxnId="{D00F41D0-051E-47B5-B394-D739BBC4617B}">
      <dgm:prSet/>
      <dgm:spPr/>
      <dgm:t>
        <a:bodyPr/>
        <a:lstStyle/>
        <a:p>
          <a:endParaRPr lang="en-US"/>
        </a:p>
      </dgm:t>
    </dgm:pt>
    <dgm:pt modelId="{316DD0E6-ED6A-44B1-AEC5-C529EF6F2DB2}" type="pres">
      <dgm:prSet presAssocID="{89ED9703-5FCB-4507-A137-D7DFFEFEA7F3}" presName="root" presStyleCnt="0">
        <dgm:presLayoutVars>
          <dgm:dir/>
          <dgm:resizeHandles val="exact"/>
        </dgm:presLayoutVars>
      </dgm:prSet>
      <dgm:spPr/>
    </dgm:pt>
    <dgm:pt modelId="{375AD0CE-316E-471B-8476-F478AE33B2D8}" type="pres">
      <dgm:prSet presAssocID="{89ED9703-5FCB-4507-A137-D7DFFEFEA7F3}" presName="container" presStyleCnt="0">
        <dgm:presLayoutVars>
          <dgm:dir/>
          <dgm:resizeHandles val="exact"/>
        </dgm:presLayoutVars>
      </dgm:prSet>
      <dgm:spPr/>
    </dgm:pt>
    <dgm:pt modelId="{AD478E1F-8313-4953-89F4-8EABB0D9413E}" type="pres">
      <dgm:prSet presAssocID="{48B00C4D-F851-42CD-819D-1BDFCFCF16D8}" presName="compNode" presStyleCnt="0"/>
      <dgm:spPr/>
    </dgm:pt>
    <dgm:pt modelId="{7B7BCB73-6341-43DE-93DA-E00DF5C1060F}" type="pres">
      <dgm:prSet presAssocID="{48B00C4D-F851-42CD-819D-1BDFCFCF16D8}" presName="iconBgRect" presStyleLbl="bgShp" presStyleIdx="0" presStyleCnt="4"/>
      <dgm:spPr/>
    </dgm:pt>
    <dgm:pt modelId="{87D1E63F-CF60-4009-B4E3-3B4B47470AFF}" type="pres">
      <dgm:prSet presAssocID="{48B00C4D-F851-42CD-819D-1BDFCFCF16D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bag"/>
        </a:ext>
      </dgm:extLst>
    </dgm:pt>
    <dgm:pt modelId="{7F4E4B99-E663-4F6F-B006-87259BA15E27}" type="pres">
      <dgm:prSet presAssocID="{48B00C4D-F851-42CD-819D-1BDFCFCF16D8}" presName="spaceRect" presStyleCnt="0"/>
      <dgm:spPr/>
    </dgm:pt>
    <dgm:pt modelId="{6D24DD83-30D3-4438-847E-401B73C6FC39}" type="pres">
      <dgm:prSet presAssocID="{48B00C4D-F851-42CD-819D-1BDFCFCF16D8}" presName="textRect" presStyleLbl="revTx" presStyleIdx="0" presStyleCnt="4">
        <dgm:presLayoutVars>
          <dgm:chMax val="1"/>
          <dgm:chPref val="1"/>
        </dgm:presLayoutVars>
      </dgm:prSet>
      <dgm:spPr/>
    </dgm:pt>
    <dgm:pt modelId="{82D4F6B9-4B49-4C1A-8B62-62E5CE765157}" type="pres">
      <dgm:prSet presAssocID="{C14F5D9C-79F6-4A5F-9593-6D899F50E0F5}" presName="sibTrans" presStyleLbl="sibTrans2D1" presStyleIdx="0" presStyleCnt="0"/>
      <dgm:spPr/>
    </dgm:pt>
    <dgm:pt modelId="{9D8017FD-5055-4475-AE6C-8BB5BAEB0C25}" type="pres">
      <dgm:prSet presAssocID="{694458AB-C2AC-4F62-9C93-3F6434F14078}" presName="compNode" presStyleCnt="0"/>
      <dgm:spPr/>
    </dgm:pt>
    <dgm:pt modelId="{B9A46D7B-0B90-4BA1-8908-C6E5E71E65EF}" type="pres">
      <dgm:prSet presAssocID="{694458AB-C2AC-4F62-9C93-3F6434F14078}" presName="iconBgRect" presStyleLbl="bgShp" presStyleIdx="1" presStyleCnt="4"/>
      <dgm:spPr/>
    </dgm:pt>
    <dgm:pt modelId="{F3FC1E4E-EC4A-4B1D-8851-A1C8B2BE0F88}" type="pres">
      <dgm:prSet presAssocID="{694458AB-C2AC-4F62-9C93-3F6434F1407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shi"/>
        </a:ext>
      </dgm:extLst>
    </dgm:pt>
    <dgm:pt modelId="{04BB613C-90BE-415F-A387-8DAE1B16E2C9}" type="pres">
      <dgm:prSet presAssocID="{694458AB-C2AC-4F62-9C93-3F6434F14078}" presName="spaceRect" presStyleCnt="0"/>
      <dgm:spPr/>
    </dgm:pt>
    <dgm:pt modelId="{C871CBA6-654C-470D-BD88-BF263C73465F}" type="pres">
      <dgm:prSet presAssocID="{694458AB-C2AC-4F62-9C93-3F6434F14078}" presName="textRect" presStyleLbl="revTx" presStyleIdx="1" presStyleCnt="4">
        <dgm:presLayoutVars>
          <dgm:chMax val="1"/>
          <dgm:chPref val="1"/>
        </dgm:presLayoutVars>
      </dgm:prSet>
      <dgm:spPr/>
    </dgm:pt>
    <dgm:pt modelId="{3613CD4B-635F-49B7-A4E1-71CE28C680C3}" type="pres">
      <dgm:prSet presAssocID="{16A78B1E-E804-43C9-917C-6FD9627E0526}" presName="sibTrans" presStyleLbl="sibTrans2D1" presStyleIdx="0" presStyleCnt="0"/>
      <dgm:spPr/>
    </dgm:pt>
    <dgm:pt modelId="{E2B65111-B6AD-43E0-B783-AD1754C9706B}" type="pres">
      <dgm:prSet presAssocID="{90262A5D-7156-4489-AD53-530DF363655D}" presName="compNode" presStyleCnt="0"/>
      <dgm:spPr/>
    </dgm:pt>
    <dgm:pt modelId="{0B61D5A1-F3E8-4F59-8C04-C892D7F11013}" type="pres">
      <dgm:prSet presAssocID="{90262A5D-7156-4489-AD53-530DF363655D}" presName="iconBgRect" presStyleLbl="bgShp" presStyleIdx="2" presStyleCnt="4"/>
      <dgm:spPr/>
    </dgm:pt>
    <dgm:pt modelId="{CE6E8278-8528-4383-9CC8-2A6DF599BCB1}" type="pres">
      <dgm:prSet presAssocID="{90262A5D-7156-4489-AD53-530DF363655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8CD1625A-CE8C-441E-954A-ED4ECD3383A5}" type="pres">
      <dgm:prSet presAssocID="{90262A5D-7156-4489-AD53-530DF363655D}" presName="spaceRect" presStyleCnt="0"/>
      <dgm:spPr/>
    </dgm:pt>
    <dgm:pt modelId="{9A5F4787-3BB9-4CFA-9A53-26346A90A778}" type="pres">
      <dgm:prSet presAssocID="{90262A5D-7156-4489-AD53-530DF363655D}" presName="textRect" presStyleLbl="revTx" presStyleIdx="2" presStyleCnt="4">
        <dgm:presLayoutVars>
          <dgm:chMax val="1"/>
          <dgm:chPref val="1"/>
        </dgm:presLayoutVars>
      </dgm:prSet>
      <dgm:spPr/>
    </dgm:pt>
    <dgm:pt modelId="{15CB98D3-A7C0-4902-86FD-CECC113B5519}" type="pres">
      <dgm:prSet presAssocID="{1A61DCF3-D293-40B5-8DDE-6564E0106A16}" presName="sibTrans" presStyleLbl="sibTrans2D1" presStyleIdx="0" presStyleCnt="0"/>
      <dgm:spPr/>
    </dgm:pt>
    <dgm:pt modelId="{08DB975D-DDB1-4FAB-8588-4BF176621D91}" type="pres">
      <dgm:prSet presAssocID="{F6B49744-89D4-448C-8168-D3C66CDB0E2C}" presName="compNode" presStyleCnt="0"/>
      <dgm:spPr/>
    </dgm:pt>
    <dgm:pt modelId="{7E6551D4-173C-4756-A776-FCBCFE704DF4}" type="pres">
      <dgm:prSet presAssocID="{F6B49744-89D4-448C-8168-D3C66CDB0E2C}" presName="iconBgRect" presStyleLbl="bgShp" presStyleIdx="3" presStyleCnt="4"/>
      <dgm:spPr/>
    </dgm:pt>
    <dgm:pt modelId="{829E6DBB-5BA9-4077-8CB8-AC7CD29F8730}" type="pres">
      <dgm:prSet presAssocID="{F6B49744-89D4-448C-8168-D3C66CDB0E2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pcake"/>
        </a:ext>
      </dgm:extLst>
    </dgm:pt>
    <dgm:pt modelId="{067D65F5-FBFC-4C6F-B5E8-327C9D5ACF69}" type="pres">
      <dgm:prSet presAssocID="{F6B49744-89D4-448C-8168-D3C66CDB0E2C}" presName="spaceRect" presStyleCnt="0"/>
      <dgm:spPr/>
    </dgm:pt>
    <dgm:pt modelId="{C5F9908D-A294-4F50-B7A2-F3CFBB349FD3}" type="pres">
      <dgm:prSet presAssocID="{F6B49744-89D4-448C-8168-D3C66CDB0E2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2A9B419-FD56-4016-BE3B-D953950B6F13}" type="presOf" srcId="{48B00C4D-F851-42CD-819D-1BDFCFCF16D8}" destId="{6D24DD83-30D3-4438-847E-401B73C6FC39}" srcOrd="0" destOrd="0" presId="urn:microsoft.com/office/officeart/2018/2/layout/IconCircleList"/>
    <dgm:cxn modelId="{A1E9552C-1AFC-4A57-854B-E35BA8AECE7C}" srcId="{89ED9703-5FCB-4507-A137-D7DFFEFEA7F3}" destId="{48B00C4D-F851-42CD-819D-1BDFCFCF16D8}" srcOrd="0" destOrd="0" parTransId="{5F1F0D05-6F30-4FD1-98F5-B36E8F9C1108}" sibTransId="{C14F5D9C-79F6-4A5F-9593-6D899F50E0F5}"/>
    <dgm:cxn modelId="{2F57D02D-BFAC-41A8-975B-AC8D7DF35745}" srcId="{89ED9703-5FCB-4507-A137-D7DFFEFEA7F3}" destId="{90262A5D-7156-4489-AD53-530DF363655D}" srcOrd="2" destOrd="0" parTransId="{124D7E86-F628-4286-8B25-5E476B19C8C4}" sibTransId="{1A61DCF3-D293-40B5-8DDE-6564E0106A16}"/>
    <dgm:cxn modelId="{F464D764-C680-4973-9E12-41C7D0A5DDCA}" type="presOf" srcId="{90262A5D-7156-4489-AD53-530DF363655D}" destId="{9A5F4787-3BB9-4CFA-9A53-26346A90A778}" srcOrd="0" destOrd="0" presId="urn:microsoft.com/office/officeart/2018/2/layout/IconCircleList"/>
    <dgm:cxn modelId="{B924FE67-DED2-4AFF-B804-B304E6D06A5F}" type="presOf" srcId="{89ED9703-5FCB-4507-A137-D7DFFEFEA7F3}" destId="{316DD0E6-ED6A-44B1-AEC5-C529EF6F2DB2}" srcOrd="0" destOrd="0" presId="urn:microsoft.com/office/officeart/2018/2/layout/IconCircleList"/>
    <dgm:cxn modelId="{7D0E9569-6744-4CFF-9424-17F1BD603903}" type="presOf" srcId="{C14F5D9C-79F6-4A5F-9593-6D899F50E0F5}" destId="{82D4F6B9-4B49-4C1A-8B62-62E5CE765157}" srcOrd="0" destOrd="0" presId="urn:microsoft.com/office/officeart/2018/2/layout/IconCircleList"/>
    <dgm:cxn modelId="{1E9FB370-F20B-406E-A2EA-1E2CD3E4F7A2}" srcId="{89ED9703-5FCB-4507-A137-D7DFFEFEA7F3}" destId="{694458AB-C2AC-4F62-9C93-3F6434F14078}" srcOrd="1" destOrd="0" parTransId="{37062E9B-39D2-4790-A133-D646909C4F2F}" sibTransId="{16A78B1E-E804-43C9-917C-6FD9627E0526}"/>
    <dgm:cxn modelId="{70534276-C73E-403B-B73F-1275251CFE88}" type="presOf" srcId="{1A61DCF3-D293-40B5-8DDE-6564E0106A16}" destId="{15CB98D3-A7C0-4902-86FD-CECC113B5519}" srcOrd="0" destOrd="0" presId="urn:microsoft.com/office/officeart/2018/2/layout/IconCircleList"/>
    <dgm:cxn modelId="{E18E9B8D-A2A0-4DB9-97C8-53D4374129E3}" type="presOf" srcId="{F6B49744-89D4-448C-8168-D3C66CDB0E2C}" destId="{C5F9908D-A294-4F50-B7A2-F3CFBB349FD3}" srcOrd="0" destOrd="0" presId="urn:microsoft.com/office/officeart/2018/2/layout/IconCircleList"/>
    <dgm:cxn modelId="{C931B2A6-ADC2-4953-8F72-ACE8BE0D8D26}" type="presOf" srcId="{694458AB-C2AC-4F62-9C93-3F6434F14078}" destId="{C871CBA6-654C-470D-BD88-BF263C73465F}" srcOrd="0" destOrd="0" presId="urn:microsoft.com/office/officeart/2018/2/layout/IconCircleList"/>
    <dgm:cxn modelId="{D00F41D0-051E-47B5-B394-D739BBC4617B}" srcId="{89ED9703-5FCB-4507-A137-D7DFFEFEA7F3}" destId="{F6B49744-89D4-448C-8168-D3C66CDB0E2C}" srcOrd="3" destOrd="0" parTransId="{19F912F0-0D45-480F-AD03-96DE6B31F367}" sibTransId="{2959F0E2-6489-41E8-BBCA-555B4329E93C}"/>
    <dgm:cxn modelId="{22F75AFA-137E-4E03-BE3D-68523181146A}" type="presOf" srcId="{16A78B1E-E804-43C9-917C-6FD9627E0526}" destId="{3613CD4B-635F-49B7-A4E1-71CE28C680C3}" srcOrd="0" destOrd="0" presId="urn:microsoft.com/office/officeart/2018/2/layout/IconCircleList"/>
    <dgm:cxn modelId="{2C6EDF54-1F98-4977-BD81-29B47C8974DC}" type="presParOf" srcId="{316DD0E6-ED6A-44B1-AEC5-C529EF6F2DB2}" destId="{375AD0CE-316E-471B-8476-F478AE33B2D8}" srcOrd="0" destOrd="0" presId="urn:microsoft.com/office/officeart/2018/2/layout/IconCircleList"/>
    <dgm:cxn modelId="{13BA0DE2-D9BA-4F4D-9B17-6204FCB95D21}" type="presParOf" srcId="{375AD0CE-316E-471B-8476-F478AE33B2D8}" destId="{AD478E1F-8313-4953-89F4-8EABB0D9413E}" srcOrd="0" destOrd="0" presId="urn:microsoft.com/office/officeart/2018/2/layout/IconCircleList"/>
    <dgm:cxn modelId="{3C6C1317-759C-4839-86B9-5EA4E01C9AD6}" type="presParOf" srcId="{AD478E1F-8313-4953-89F4-8EABB0D9413E}" destId="{7B7BCB73-6341-43DE-93DA-E00DF5C1060F}" srcOrd="0" destOrd="0" presId="urn:microsoft.com/office/officeart/2018/2/layout/IconCircleList"/>
    <dgm:cxn modelId="{578CB23B-B8F5-4DC9-B9C9-3992B717BB8E}" type="presParOf" srcId="{AD478E1F-8313-4953-89F4-8EABB0D9413E}" destId="{87D1E63F-CF60-4009-B4E3-3B4B47470AFF}" srcOrd="1" destOrd="0" presId="urn:microsoft.com/office/officeart/2018/2/layout/IconCircleList"/>
    <dgm:cxn modelId="{C6D24B93-733F-44F5-9928-69B21BB94A3C}" type="presParOf" srcId="{AD478E1F-8313-4953-89F4-8EABB0D9413E}" destId="{7F4E4B99-E663-4F6F-B006-87259BA15E27}" srcOrd="2" destOrd="0" presId="urn:microsoft.com/office/officeart/2018/2/layout/IconCircleList"/>
    <dgm:cxn modelId="{2229E723-59ED-4CA2-B608-50CAF2554A90}" type="presParOf" srcId="{AD478E1F-8313-4953-89F4-8EABB0D9413E}" destId="{6D24DD83-30D3-4438-847E-401B73C6FC39}" srcOrd="3" destOrd="0" presId="urn:microsoft.com/office/officeart/2018/2/layout/IconCircleList"/>
    <dgm:cxn modelId="{16E89F10-787D-4453-A957-94FAFF082DF1}" type="presParOf" srcId="{375AD0CE-316E-471B-8476-F478AE33B2D8}" destId="{82D4F6B9-4B49-4C1A-8B62-62E5CE765157}" srcOrd="1" destOrd="0" presId="urn:microsoft.com/office/officeart/2018/2/layout/IconCircleList"/>
    <dgm:cxn modelId="{7CE0B2D3-A3DE-4FD9-9878-282BDFB1E65A}" type="presParOf" srcId="{375AD0CE-316E-471B-8476-F478AE33B2D8}" destId="{9D8017FD-5055-4475-AE6C-8BB5BAEB0C25}" srcOrd="2" destOrd="0" presId="urn:microsoft.com/office/officeart/2018/2/layout/IconCircleList"/>
    <dgm:cxn modelId="{F1F7892D-A133-4502-881A-4447DB15A1F9}" type="presParOf" srcId="{9D8017FD-5055-4475-AE6C-8BB5BAEB0C25}" destId="{B9A46D7B-0B90-4BA1-8908-C6E5E71E65EF}" srcOrd="0" destOrd="0" presId="urn:microsoft.com/office/officeart/2018/2/layout/IconCircleList"/>
    <dgm:cxn modelId="{93C3B93E-B33D-435D-8E7F-F2F485772021}" type="presParOf" srcId="{9D8017FD-5055-4475-AE6C-8BB5BAEB0C25}" destId="{F3FC1E4E-EC4A-4B1D-8851-A1C8B2BE0F88}" srcOrd="1" destOrd="0" presId="urn:microsoft.com/office/officeart/2018/2/layout/IconCircleList"/>
    <dgm:cxn modelId="{F6DC6B5B-06CA-478A-BBEB-26582ACFBBB9}" type="presParOf" srcId="{9D8017FD-5055-4475-AE6C-8BB5BAEB0C25}" destId="{04BB613C-90BE-415F-A387-8DAE1B16E2C9}" srcOrd="2" destOrd="0" presId="urn:microsoft.com/office/officeart/2018/2/layout/IconCircleList"/>
    <dgm:cxn modelId="{C214D252-E046-4D53-8868-F6D89003CD12}" type="presParOf" srcId="{9D8017FD-5055-4475-AE6C-8BB5BAEB0C25}" destId="{C871CBA6-654C-470D-BD88-BF263C73465F}" srcOrd="3" destOrd="0" presId="urn:microsoft.com/office/officeart/2018/2/layout/IconCircleList"/>
    <dgm:cxn modelId="{7404668B-34DF-43C7-AF5F-7E527F7CDD46}" type="presParOf" srcId="{375AD0CE-316E-471B-8476-F478AE33B2D8}" destId="{3613CD4B-635F-49B7-A4E1-71CE28C680C3}" srcOrd="3" destOrd="0" presId="urn:microsoft.com/office/officeart/2018/2/layout/IconCircleList"/>
    <dgm:cxn modelId="{30557309-79FF-4B34-B1AC-57957958CEB3}" type="presParOf" srcId="{375AD0CE-316E-471B-8476-F478AE33B2D8}" destId="{E2B65111-B6AD-43E0-B783-AD1754C9706B}" srcOrd="4" destOrd="0" presId="urn:microsoft.com/office/officeart/2018/2/layout/IconCircleList"/>
    <dgm:cxn modelId="{99508413-A409-4995-B40A-C601994FAAED}" type="presParOf" srcId="{E2B65111-B6AD-43E0-B783-AD1754C9706B}" destId="{0B61D5A1-F3E8-4F59-8C04-C892D7F11013}" srcOrd="0" destOrd="0" presId="urn:microsoft.com/office/officeart/2018/2/layout/IconCircleList"/>
    <dgm:cxn modelId="{F834C9EF-0B89-40FD-8FDD-5ACB7042E466}" type="presParOf" srcId="{E2B65111-B6AD-43E0-B783-AD1754C9706B}" destId="{CE6E8278-8528-4383-9CC8-2A6DF599BCB1}" srcOrd="1" destOrd="0" presId="urn:microsoft.com/office/officeart/2018/2/layout/IconCircleList"/>
    <dgm:cxn modelId="{06BCF752-7E86-48F2-84A2-F63F512BFB3A}" type="presParOf" srcId="{E2B65111-B6AD-43E0-B783-AD1754C9706B}" destId="{8CD1625A-CE8C-441E-954A-ED4ECD3383A5}" srcOrd="2" destOrd="0" presId="urn:microsoft.com/office/officeart/2018/2/layout/IconCircleList"/>
    <dgm:cxn modelId="{B364A91D-45CF-411C-A165-80ECA8609CE2}" type="presParOf" srcId="{E2B65111-B6AD-43E0-B783-AD1754C9706B}" destId="{9A5F4787-3BB9-4CFA-9A53-26346A90A778}" srcOrd="3" destOrd="0" presId="urn:microsoft.com/office/officeart/2018/2/layout/IconCircleList"/>
    <dgm:cxn modelId="{21F1E650-09D4-4B81-AC54-8FD46B879B91}" type="presParOf" srcId="{375AD0CE-316E-471B-8476-F478AE33B2D8}" destId="{15CB98D3-A7C0-4902-86FD-CECC113B5519}" srcOrd="5" destOrd="0" presId="urn:microsoft.com/office/officeart/2018/2/layout/IconCircleList"/>
    <dgm:cxn modelId="{0FD71ED8-69E3-409D-B4F2-C0038AC25E4D}" type="presParOf" srcId="{375AD0CE-316E-471B-8476-F478AE33B2D8}" destId="{08DB975D-DDB1-4FAB-8588-4BF176621D91}" srcOrd="6" destOrd="0" presId="urn:microsoft.com/office/officeart/2018/2/layout/IconCircleList"/>
    <dgm:cxn modelId="{243A41D7-B310-4830-B750-326D6C1F0056}" type="presParOf" srcId="{08DB975D-DDB1-4FAB-8588-4BF176621D91}" destId="{7E6551D4-173C-4756-A776-FCBCFE704DF4}" srcOrd="0" destOrd="0" presId="urn:microsoft.com/office/officeart/2018/2/layout/IconCircleList"/>
    <dgm:cxn modelId="{647CA022-FCC0-47DE-9231-C073906674FF}" type="presParOf" srcId="{08DB975D-DDB1-4FAB-8588-4BF176621D91}" destId="{829E6DBB-5BA9-4077-8CB8-AC7CD29F8730}" srcOrd="1" destOrd="0" presId="urn:microsoft.com/office/officeart/2018/2/layout/IconCircleList"/>
    <dgm:cxn modelId="{1AADD78C-AD67-43BE-86DB-E0996D842BC3}" type="presParOf" srcId="{08DB975D-DDB1-4FAB-8588-4BF176621D91}" destId="{067D65F5-FBFC-4C6F-B5E8-327C9D5ACF69}" srcOrd="2" destOrd="0" presId="urn:microsoft.com/office/officeart/2018/2/layout/IconCircleList"/>
    <dgm:cxn modelId="{270C2652-9065-4E99-9B93-ECF422095CD1}" type="presParOf" srcId="{08DB975D-DDB1-4FAB-8588-4BF176621D91}" destId="{C5F9908D-A294-4F50-B7A2-F3CFBB349FD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82FE84-DE9F-4A94-8344-1F79424EAA41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6CE38DA3-A5C7-4E3B-BF0D-1F35FBED3D01}">
      <dgm:prSet/>
      <dgm:spPr/>
      <dgm:t>
        <a:bodyPr/>
        <a:lstStyle/>
        <a:p>
          <a:pPr rtl="0"/>
          <a:r>
            <a:rPr lang="en-US">
              <a:latin typeface="Corbel" panose="020B0503020204020204"/>
            </a:rPr>
            <a:t>Predictive Ordering</a:t>
          </a:r>
          <a:endParaRPr lang="en-US"/>
        </a:p>
      </dgm:t>
    </dgm:pt>
    <dgm:pt modelId="{E9AF3FCC-CC64-4043-84F2-FA2475392805}" type="parTrans" cxnId="{3DE089AC-9DDF-4BF8-9F56-56B813E405C9}">
      <dgm:prSet/>
      <dgm:spPr/>
      <dgm:t>
        <a:bodyPr/>
        <a:lstStyle/>
        <a:p>
          <a:endParaRPr lang="en-US"/>
        </a:p>
      </dgm:t>
    </dgm:pt>
    <dgm:pt modelId="{7FAE8CA1-7AC7-463A-9DB9-89D15A534CD8}" type="sibTrans" cxnId="{3DE089AC-9DDF-4BF8-9F56-56B813E405C9}">
      <dgm:prSet/>
      <dgm:spPr/>
      <dgm:t>
        <a:bodyPr/>
        <a:lstStyle/>
        <a:p>
          <a:endParaRPr lang="en-US"/>
        </a:p>
      </dgm:t>
    </dgm:pt>
    <dgm:pt modelId="{D8FBCF32-7DED-4E9C-A48F-6824F1DE4BB5}">
      <dgm:prSet/>
      <dgm:spPr/>
      <dgm:t>
        <a:bodyPr/>
        <a:lstStyle/>
        <a:p>
          <a:r>
            <a:rPr lang="en-US"/>
            <a:t>More than just bagel waste</a:t>
          </a:r>
        </a:p>
      </dgm:t>
    </dgm:pt>
    <dgm:pt modelId="{13303E74-50FC-48D2-A86F-E3309727A423}" type="parTrans" cxnId="{232A5EBA-E91A-45A8-9DD0-0CADDD6630AB}">
      <dgm:prSet/>
      <dgm:spPr/>
      <dgm:t>
        <a:bodyPr/>
        <a:lstStyle/>
        <a:p>
          <a:endParaRPr lang="en-US"/>
        </a:p>
      </dgm:t>
    </dgm:pt>
    <dgm:pt modelId="{A96DA215-3523-42B7-8D63-8641912A3444}" type="sibTrans" cxnId="{232A5EBA-E91A-45A8-9DD0-0CADDD6630AB}">
      <dgm:prSet/>
      <dgm:spPr/>
      <dgm:t>
        <a:bodyPr/>
        <a:lstStyle/>
        <a:p>
          <a:endParaRPr lang="en-US"/>
        </a:p>
      </dgm:t>
    </dgm:pt>
    <dgm:pt modelId="{D92C42A4-EE6A-4065-A4CF-EB331B778A64}">
      <dgm:prSet/>
      <dgm:spPr/>
      <dgm:t>
        <a:bodyPr/>
        <a:lstStyle/>
        <a:p>
          <a:pPr rtl="0"/>
          <a:r>
            <a:rPr lang="en-US">
              <a:latin typeface="Corbel" panose="020B0503020204020204"/>
            </a:rPr>
            <a:t>Burrito in rainier months</a:t>
          </a:r>
          <a:endParaRPr lang="en-US"/>
        </a:p>
      </dgm:t>
    </dgm:pt>
    <dgm:pt modelId="{B3D454F4-0E81-4B33-B4A9-407852371D56}" type="parTrans" cxnId="{5897BC02-5C9A-49E0-97C2-26FB8DBD7C82}">
      <dgm:prSet/>
      <dgm:spPr/>
      <dgm:t>
        <a:bodyPr/>
        <a:lstStyle/>
        <a:p>
          <a:endParaRPr lang="en-US"/>
        </a:p>
      </dgm:t>
    </dgm:pt>
    <dgm:pt modelId="{8B0E5CD2-C47A-4B37-A2FD-925DD1740359}" type="sibTrans" cxnId="{5897BC02-5C9A-49E0-97C2-26FB8DBD7C82}">
      <dgm:prSet/>
      <dgm:spPr/>
      <dgm:t>
        <a:bodyPr/>
        <a:lstStyle/>
        <a:p>
          <a:endParaRPr lang="en-US"/>
        </a:p>
      </dgm:t>
    </dgm:pt>
    <dgm:pt modelId="{22584882-2424-4DC5-BC2A-332B0E4578B2}">
      <dgm:prSet/>
      <dgm:spPr/>
      <dgm:t>
        <a:bodyPr/>
        <a:lstStyle/>
        <a:p>
          <a:pPr rtl="0"/>
          <a:r>
            <a:rPr lang="en-US">
              <a:latin typeface="Corbel" panose="020B0503020204020204"/>
            </a:rPr>
            <a:t>Hot Drinks in Winter</a:t>
          </a:r>
          <a:endParaRPr lang="en-US"/>
        </a:p>
      </dgm:t>
    </dgm:pt>
    <dgm:pt modelId="{1BFE6D99-1337-4F53-97CC-87C1F25B1EEC}" type="parTrans" cxnId="{53FC8D0D-5568-480F-88B0-930CCE1E4AD4}">
      <dgm:prSet/>
      <dgm:spPr/>
      <dgm:t>
        <a:bodyPr/>
        <a:lstStyle/>
        <a:p>
          <a:endParaRPr lang="en-US"/>
        </a:p>
      </dgm:t>
    </dgm:pt>
    <dgm:pt modelId="{1901BD92-DC8A-4EB1-800A-F4AFBF4E1434}" type="sibTrans" cxnId="{53FC8D0D-5568-480F-88B0-930CCE1E4AD4}">
      <dgm:prSet/>
      <dgm:spPr/>
      <dgm:t>
        <a:bodyPr/>
        <a:lstStyle/>
        <a:p>
          <a:endParaRPr lang="en-US"/>
        </a:p>
      </dgm:t>
    </dgm:pt>
    <dgm:pt modelId="{DF2648A2-41CD-49F6-B414-1C3A96295B73}">
      <dgm:prSet phldr="0"/>
      <dgm:spPr/>
      <dgm:t>
        <a:bodyPr/>
        <a:lstStyle/>
        <a:p>
          <a:pPr rtl="0"/>
          <a:r>
            <a:rPr lang="en-US">
              <a:latin typeface="Corbel" panose="020B0503020204020204"/>
            </a:rPr>
            <a:t>Smoothies and Lunch Items in Summer</a:t>
          </a:r>
          <a:endParaRPr lang="en-US"/>
        </a:p>
      </dgm:t>
    </dgm:pt>
    <dgm:pt modelId="{4F11F68B-4247-441E-A138-49408E5FFEA7}" type="parTrans" cxnId="{D2200BCB-72FD-4413-92D3-6662EFD56216}">
      <dgm:prSet/>
      <dgm:spPr/>
      <dgm:t>
        <a:bodyPr/>
        <a:lstStyle/>
        <a:p>
          <a:endParaRPr lang="en-US"/>
        </a:p>
      </dgm:t>
    </dgm:pt>
    <dgm:pt modelId="{C5AF1653-AE37-486B-9268-7FB3978461E8}" type="sibTrans" cxnId="{D2200BCB-72FD-4413-92D3-6662EFD56216}">
      <dgm:prSet/>
      <dgm:spPr/>
      <dgm:t>
        <a:bodyPr/>
        <a:lstStyle/>
        <a:p>
          <a:endParaRPr lang="en-US"/>
        </a:p>
      </dgm:t>
    </dgm:pt>
    <dgm:pt modelId="{AAF7B34C-EF54-46FA-9C27-B166D3024569}" type="pres">
      <dgm:prSet presAssocID="{9B82FE84-DE9F-4A94-8344-1F79424EAA41}" presName="vert0" presStyleCnt="0">
        <dgm:presLayoutVars>
          <dgm:dir/>
          <dgm:animOne val="branch"/>
          <dgm:animLvl val="lvl"/>
        </dgm:presLayoutVars>
      </dgm:prSet>
      <dgm:spPr/>
    </dgm:pt>
    <dgm:pt modelId="{1BA5CF30-AFB8-4675-B7FF-5FB5A783188F}" type="pres">
      <dgm:prSet presAssocID="{6CE38DA3-A5C7-4E3B-BF0D-1F35FBED3D01}" presName="thickLine" presStyleLbl="alignNode1" presStyleIdx="0" presStyleCnt="5"/>
      <dgm:spPr/>
    </dgm:pt>
    <dgm:pt modelId="{B93F17DE-D57A-4005-8488-C0CB00BF1CC7}" type="pres">
      <dgm:prSet presAssocID="{6CE38DA3-A5C7-4E3B-BF0D-1F35FBED3D01}" presName="horz1" presStyleCnt="0"/>
      <dgm:spPr/>
    </dgm:pt>
    <dgm:pt modelId="{CA51FFCB-9F79-43CD-B742-5ABBB197BE96}" type="pres">
      <dgm:prSet presAssocID="{6CE38DA3-A5C7-4E3B-BF0D-1F35FBED3D01}" presName="tx1" presStyleLbl="revTx" presStyleIdx="0" presStyleCnt="5"/>
      <dgm:spPr/>
    </dgm:pt>
    <dgm:pt modelId="{BFE0C8A1-D8C5-4D67-B706-4C69F170E93F}" type="pres">
      <dgm:prSet presAssocID="{6CE38DA3-A5C7-4E3B-BF0D-1F35FBED3D01}" presName="vert1" presStyleCnt="0"/>
      <dgm:spPr/>
    </dgm:pt>
    <dgm:pt modelId="{60FADDEB-E263-4924-84B0-399E6038DB9E}" type="pres">
      <dgm:prSet presAssocID="{D8FBCF32-7DED-4E9C-A48F-6824F1DE4BB5}" presName="thickLine" presStyleLbl="alignNode1" presStyleIdx="1" presStyleCnt="5"/>
      <dgm:spPr/>
    </dgm:pt>
    <dgm:pt modelId="{D5D60C73-5B5E-4424-970F-3C22F9AD7532}" type="pres">
      <dgm:prSet presAssocID="{D8FBCF32-7DED-4E9C-A48F-6824F1DE4BB5}" presName="horz1" presStyleCnt="0"/>
      <dgm:spPr/>
    </dgm:pt>
    <dgm:pt modelId="{C4A20339-FE46-4E2B-B709-9820F34C4C53}" type="pres">
      <dgm:prSet presAssocID="{D8FBCF32-7DED-4E9C-A48F-6824F1DE4BB5}" presName="tx1" presStyleLbl="revTx" presStyleIdx="1" presStyleCnt="5"/>
      <dgm:spPr/>
    </dgm:pt>
    <dgm:pt modelId="{90001CDB-BD14-40EE-98EF-62EBDE9E562C}" type="pres">
      <dgm:prSet presAssocID="{D8FBCF32-7DED-4E9C-A48F-6824F1DE4BB5}" presName="vert1" presStyleCnt="0"/>
      <dgm:spPr/>
    </dgm:pt>
    <dgm:pt modelId="{494BFDB0-2213-4745-95D5-B730B37E8932}" type="pres">
      <dgm:prSet presAssocID="{D92C42A4-EE6A-4065-A4CF-EB331B778A64}" presName="thickLine" presStyleLbl="alignNode1" presStyleIdx="2" presStyleCnt="5"/>
      <dgm:spPr/>
    </dgm:pt>
    <dgm:pt modelId="{5D51972E-F56D-4521-8ABB-F7D816AADFF6}" type="pres">
      <dgm:prSet presAssocID="{D92C42A4-EE6A-4065-A4CF-EB331B778A64}" presName="horz1" presStyleCnt="0"/>
      <dgm:spPr/>
    </dgm:pt>
    <dgm:pt modelId="{811A8664-85A7-48D7-97E7-301A42CE2F21}" type="pres">
      <dgm:prSet presAssocID="{D92C42A4-EE6A-4065-A4CF-EB331B778A64}" presName="tx1" presStyleLbl="revTx" presStyleIdx="2" presStyleCnt="5"/>
      <dgm:spPr/>
    </dgm:pt>
    <dgm:pt modelId="{3AC73AAA-D7F0-4658-B2D7-448ACB595B07}" type="pres">
      <dgm:prSet presAssocID="{D92C42A4-EE6A-4065-A4CF-EB331B778A64}" presName="vert1" presStyleCnt="0"/>
      <dgm:spPr/>
    </dgm:pt>
    <dgm:pt modelId="{01C73A9A-52DD-4B56-BDD2-CB0FC621BA79}" type="pres">
      <dgm:prSet presAssocID="{22584882-2424-4DC5-BC2A-332B0E4578B2}" presName="thickLine" presStyleLbl="alignNode1" presStyleIdx="3" presStyleCnt="5"/>
      <dgm:spPr/>
    </dgm:pt>
    <dgm:pt modelId="{4D938002-9661-4CC4-AB02-102C4B69BFF0}" type="pres">
      <dgm:prSet presAssocID="{22584882-2424-4DC5-BC2A-332B0E4578B2}" presName="horz1" presStyleCnt="0"/>
      <dgm:spPr/>
    </dgm:pt>
    <dgm:pt modelId="{220111B6-57E2-474F-802F-EFB5590E7067}" type="pres">
      <dgm:prSet presAssocID="{22584882-2424-4DC5-BC2A-332B0E4578B2}" presName="tx1" presStyleLbl="revTx" presStyleIdx="3" presStyleCnt="5"/>
      <dgm:spPr/>
    </dgm:pt>
    <dgm:pt modelId="{CE35BC93-A083-4DF4-AA4C-1B6FD559CE31}" type="pres">
      <dgm:prSet presAssocID="{22584882-2424-4DC5-BC2A-332B0E4578B2}" presName="vert1" presStyleCnt="0"/>
      <dgm:spPr/>
    </dgm:pt>
    <dgm:pt modelId="{7275FA6A-E8D6-4750-A823-69AAF9CAA719}" type="pres">
      <dgm:prSet presAssocID="{DF2648A2-41CD-49F6-B414-1C3A96295B73}" presName="thickLine" presStyleLbl="alignNode1" presStyleIdx="4" presStyleCnt="5"/>
      <dgm:spPr/>
    </dgm:pt>
    <dgm:pt modelId="{BC8FBAE0-B27B-4003-A298-968026E7C19A}" type="pres">
      <dgm:prSet presAssocID="{DF2648A2-41CD-49F6-B414-1C3A96295B73}" presName="horz1" presStyleCnt="0"/>
      <dgm:spPr/>
    </dgm:pt>
    <dgm:pt modelId="{4104EDCF-0F60-4843-9171-E7769448BC48}" type="pres">
      <dgm:prSet presAssocID="{DF2648A2-41CD-49F6-B414-1C3A96295B73}" presName="tx1" presStyleLbl="revTx" presStyleIdx="4" presStyleCnt="5"/>
      <dgm:spPr/>
    </dgm:pt>
    <dgm:pt modelId="{86723CF0-67BB-4A6E-9192-10288F83F738}" type="pres">
      <dgm:prSet presAssocID="{DF2648A2-41CD-49F6-B414-1C3A96295B73}" presName="vert1" presStyleCnt="0"/>
      <dgm:spPr/>
    </dgm:pt>
  </dgm:ptLst>
  <dgm:cxnLst>
    <dgm:cxn modelId="{5897BC02-5C9A-49E0-97C2-26FB8DBD7C82}" srcId="{9B82FE84-DE9F-4A94-8344-1F79424EAA41}" destId="{D92C42A4-EE6A-4065-A4CF-EB331B778A64}" srcOrd="2" destOrd="0" parTransId="{B3D454F4-0E81-4B33-B4A9-407852371D56}" sibTransId="{8B0E5CD2-C47A-4B37-A2FD-925DD1740359}"/>
    <dgm:cxn modelId="{53FC8D0D-5568-480F-88B0-930CCE1E4AD4}" srcId="{9B82FE84-DE9F-4A94-8344-1F79424EAA41}" destId="{22584882-2424-4DC5-BC2A-332B0E4578B2}" srcOrd="3" destOrd="0" parTransId="{1BFE6D99-1337-4F53-97CC-87C1F25B1EEC}" sibTransId="{1901BD92-DC8A-4EB1-800A-F4AFBF4E1434}"/>
    <dgm:cxn modelId="{8A77AA0F-2F7C-4377-9800-2D8296BD56D1}" type="presOf" srcId="{DF2648A2-41CD-49F6-B414-1C3A96295B73}" destId="{4104EDCF-0F60-4843-9171-E7769448BC48}" srcOrd="0" destOrd="0" presId="urn:microsoft.com/office/officeart/2008/layout/LinedList"/>
    <dgm:cxn modelId="{54E2AF35-C58A-461A-A088-85CED6E92DED}" type="presOf" srcId="{D92C42A4-EE6A-4065-A4CF-EB331B778A64}" destId="{811A8664-85A7-48D7-97E7-301A42CE2F21}" srcOrd="0" destOrd="0" presId="urn:microsoft.com/office/officeart/2008/layout/LinedList"/>
    <dgm:cxn modelId="{94F01B39-DF6A-48F0-B8C3-B14BB8D45370}" type="presOf" srcId="{D8FBCF32-7DED-4E9C-A48F-6824F1DE4BB5}" destId="{C4A20339-FE46-4E2B-B709-9820F34C4C53}" srcOrd="0" destOrd="0" presId="urn:microsoft.com/office/officeart/2008/layout/LinedList"/>
    <dgm:cxn modelId="{7A2ED173-C222-4654-A502-E4D9142C5D23}" type="presOf" srcId="{6CE38DA3-A5C7-4E3B-BF0D-1F35FBED3D01}" destId="{CA51FFCB-9F79-43CD-B742-5ABBB197BE96}" srcOrd="0" destOrd="0" presId="urn:microsoft.com/office/officeart/2008/layout/LinedList"/>
    <dgm:cxn modelId="{0ADEB48A-F553-4B57-9FBF-B22079BCF506}" type="presOf" srcId="{22584882-2424-4DC5-BC2A-332B0E4578B2}" destId="{220111B6-57E2-474F-802F-EFB5590E7067}" srcOrd="0" destOrd="0" presId="urn:microsoft.com/office/officeart/2008/layout/LinedList"/>
    <dgm:cxn modelId="{3DE089AC-9DDF-4BF8-9F56-56B813E405C9}" srcId="{9B82FE84-DE9F-4A94-8344-1F79424EAA41}" destId="{6CE38DA3-A5C7-4E3B-BF0D-1F35FBED3D01}" srcOrd="0" destOrd="0" parTransId="{E9AF3FCC-CC64-4043-84F2-FA2475392805}" sibTransId="{7FAE8CA1-7AC7-463A-9DB9-89D15A534CD8}"/>
    <dgm:cxn modelId="{232A5EBA-E91A-45A8-9DD0-0CADDD6630AB}" srcId="{9B82FE84-DE9F-4A94-8344-1F79424EAA41}" destId="{D8FBCF32-7DED-4E9C-A48F-6824F1DE4BB5}" srcOrd="1" destOrd="0" parTransId="{13303E74-50FC-48D2-A86F-E3309727A423}" sibTransId="{A96DA215-3523-42B7-8D63-8641912A3444}"/>
    <dgm:cxn modelId="{5791BBC4-BAFD-4977-9459-735E5A559A2C}" type="presOf" srcId="{9B82FE84-DE9F-4A94-8344-1F79424EAA41}" destId="{AAF7B34C-EF54-46FA-9C27-B166D3024569}" srcOrd="0" destOrd="0" presId="urn:microsoft.com/office/officeart/2008/layout/LinedList"/>
    <dgm:cxn modelId="{D2200BCB-72FD-4413-92D3-6662EFD56216}" srcId="{9B82FE84-DE9F-4A94-8344-1F79424EAA41}" destId="{DF2648A2-41CD-49F6-B414-1C3A96295B73}" srcOrd="4" destOrd="0" parTransId="{4F11F68B-4247-441E-A138-49408E5FFEA7}" sibTransId="{C5AF1653-AE37-486B-9268-7FB3978461E8}"/>
    <dgm:cxn modelId="{2BCF38C1-4D87-4CC0-855F-985C72AEE519}" type="presParOf" srcId="{AAF7B34C-EF54-46FA-9C27-B166D3024569}" destId="{1BA5CF30-AFB8-4675-B7FF-5FB5A783188F}" srcOrd="0" destOrd="0" presId="urn:microsoft.com/office/officeart/2008/layout/LinedList"/>
    <dgm:cxn modelId="{2A0C4139-3CEE-4CDA-B0D8-D2F3FB66C83E}" type="presParOf" srcId="{AAF7B34C-EF54-46FA-9C27-B166D3024569}" destId="{B93F17DE-D57A-4005-8488-C0CB00BF1CC7}" srcOrd="1" destOrd="0" presId="urn:microsoft.com/office/officeart/2008/layout/LinedList"/>
    <dgm:cxn modelId="{78752BB6-92F8-47A5-9F22-B9ABB4B39681}" type="presParOf" srcId="{B93F17DE-D57A-4005-8488-C0CB00BF1CC7}" destId="{CA51FFCB-9F79-43CD-B742-5ABBB197BE96}" srcOrd="0" destOrd="0" presId="urn:microsoft.com/office/officeart/2008/layout/LinedList"/>
    <dgm:cxn modelId="{9EA7847D-FE58-4631-A3C3-21B5EE50969D}" type="presParOf" srcId="{B93F17DE-D57A-4005-8488-C0CB00BF1CC7}" destId="{BFE0C8A1-D8C5-4D67-B706-4C69F170E93F}" srcOrd="1" destOrd="0" presId="urn:microsoft.com/office/officeart/2008/layout/LinedList"/>
    <dgm:cxn modelId="{7137775F-F8CC-446F-99B8-438001899257}" type="presParOf" srcId="{AAF7B34C-EF54-46FA-9C27-B166D3024569}" destId="{60FADDEB-E263-4924-84B0-399E6038DB9E}" srcOrd="2" destOrd="0" presId="urn:microsoft.com/office/officeart/2008/layout/LinedList"/>
    <dgm:cxn modelId="{600207B1-19E7-437B-B418-B73F35198DB5}" type="presParOf" srcId="{AAF7B34C-EF54-46FA-9C27-B166D3024569}" destId="{D5D60C73-5B5E-4424-970F-3C22F9AD7532}" srcOrd="3" destOrd="0" presId="urn:microsoft.com/office/officeart/2008/layout/LinedList"/>
    <dgm:cxn modelId="{8B7311EC-2E9F-4EE8-BFDA-61574DB04F61}" type="presParOf" srcId="{D5D60C73-5B5E-4424-970F-3C22F9AD7532}" destId="{C4A20339-FE46-4E2B-B709-9820F34C4C53}" srcOrd="0" destOrd="0" presId="urn:microsoft.com/office/officeart/2008/layout/LinedList"/>
    <dgm:cxn modelId="{4355E700-865B-447A-8775-E125000622D6}" type="presParOf" srcId="{D5D60C73-5B5E-4424-970F-3C22F9AD7532}" destId="{90001CDB-BD14-40EE-98EF-62EBDE9E562C}" srcOrd="1" destOrd="0" presId="urn:microsoft.com/office/officeart/2008/layout/LinedList"/>
    <dgm:cxn modelId="{CC00FC17-D3ED-4158-A1B4-98ED6E85EDCE}" type="presParOf" srcId="{AAF7B34C-EF54-46FA-9C27-B166D3024569}" destId="{494BFDB0-2213-4745-95D5-B730B37E8932}" srcOrd="4" destOrd="0" presId="urn:microsoft.com/office/officeart/2008/layout/LinedList"/>
    <dgm:cxn modelId="{D86B8826-EFCB-4345-AE80-FDD93070A72E}" type="presParOf" srcId="{AAF7B34C-EF54-46FA-9C27-B166D3024569}" destId="{5D51972E-F56D-4521-8ABB-F7D816AADFF6}" srcOrd="5" destOrd="0" presId="urn:microsoft.com/office/officeart/2008/layout/LinedList"/>
    <dgm:cxn modelId="{228D5D5B-68B1-4C6F-84FC-7B8FD60CC27E}" type="presParOf" srcId="{5D51972E-F56D-4521-8ABB-F7D816AADFF6}" destId="{811A8664-85A7-48D7-97E7-301A42CE2F21}" srcOrd="0" destOrd="0" presId="urn:microsoft.com/office/officeart/2008/layout/LinedList"/>
    <dgm:cxn modelId="{A22D7F7A-B8FD-4403-9FF5-D5B8CE3B3E36}" type="presParOf" srcId="{5D51972E-F56D-4521-8ABB-F7D816AADFF6}" destId="{3AC73AAA-D7F0-4658-B2D7-448ACB595B07}" srcOrd="1" destOrd="0" presId="urn:microsoft.com/office/officeart/2008/layout/LinedList"/>
    <dgm:cxn modelId="{F91A5C95-83E1-481B-A797-7D4137BA3C3F}" type="presParOf" srcId="{AAF7B34C-EF54-46FA-9C27-B166D3024569}" destId="{01C73A9A-52DD-4B56-BDD2-CB0FC621BA79}" srcOrd="6" destOrd="0" presId="urn:microsoft.com/office/officeart/2008/layout/LinedList"/>
    <dgm:cxn modelId="{B99249A3-FFD1-4C49-9D27-0CCEC7BF339A}" type="presParOf" srcId="{AAF7B34C-EF54-46FA-9C27-B166D3024569}" destId="{4D938002-9661-4CC4-AB02-102C4B69BFF0}" srcOrd="7" destOrd="0" presId="urn:microsoft.com/office/officeart/2008/layout/LinedList"/>
    <dgm:cxn modelId="{A3FA4EB2-17E0-4383-AE17-B5A7908EDB2D}" type="presParOf" srcId="{4D938002-9661-4CC4-AB02-102C4B69BFF0}" destId="{220111B6-57E2-474F-802F-EFB5590E7067}" srcOrd="0" destOrd="0" presId="urn:microsoft.com/office/officeart/2008/layout/LinedList"/>
    <dgm:cxn modelId="{5514C839-A110-4116-BE7A-68544CC6C30D}" type="presParOf" srcId="{4D938002-9661-4CC4-AB02-102C4B69BFF0}" destId="{CE35BC93-A083-4DF4-AA4C-1B6FD559CE31}" srcOrd="1" destOrd="0" presId="urn:microsoft.com/office/officeart/2008/layout/LinedList"/>
    <dgm:cxn modelId="{01DE9356-ED17-4D5F-97FB-41D50208FFDF}" type="presParOf" srcId="{AAF7B34C-EF54-46FA-9C27-B166D3024569}" destId="{7275FA6A-E8D6-4750-A823-69AAF9CAA719}" srcOrd="8" destOrd="0" presId="urn:microsoft.com/office/officeart/2008/layout/LinedList"/>
    <dgm:cxn modelId="{D44D8DF8-4786-46E2-B970-B3818805B911}" type="presParOf" srcId="{AAF7B34C-EF54-46FA-9C27-B166D3024569}" destId="{BC8FBAE0-B27B-4003-A298-968026E7C19A}" srcOrd="9" destOrd="0" presId="urn:microsoft.com/office/officeart/2008/layout/LinedList"/>
    <dgm:cxn modelId="{8481B94F-8170-43BF-A1CC-3AB059183615}" type="presParOf" srcId="{BC8FBAE0-B27B-4003-A298-968026E7C19A}" destId="{4104EDCF-0F60-4843-9171-E7769448BC48}" srcOrd="0" destOrd="0" presId="urn:microsoft.com/office/officeart/2008/layout/LinedList"/>
    <dgm:cxn modelId="{E3A136D5-D56A-4E99-8C4B-D1484105C689}" type="presParOf" srcId="{BC8FBAE0-B27B-4003-A298-968026E7C19A}" destId="{86723CF0-67BB-4A6E-9192-10288F83F73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CCAF4E-2835-49A9-8157-C0C9150D5BA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0567198-6C65-4806-9CD8-E3049379AFB3}">
      <dgm:prSet/>
      <dgm:spPr/>
      <dgm:t>
        <a:bodyPr/>
        <a:lstStyle/>
        <a:p>
          <a:r>
            <a:rPr lang="en-US"/>
            <a:t>Policy adjustments</a:t>
          </a:r>
        </a:p>
      </dgm:t>
    </dgm:pt>
    <dgm:pt modelId="{FB96842B-3E38-4BE7-B570-983BCF463E3A}" type="parTrans" cxnId="{209C88EA-2E7B-43B7-96CC-0FEBA5976BA4}">
      <dgm:prSet/>
      <dgm:spPr/>
      <dgm:t>
        <a:bodyPr/>
        <a:lstStyle/>
        <a:p>
          <a:endParaRPr lang="en-US"/>
        </a:p>
      </dgm:t>
    </dgm:pt>
    <dgm:pt modelId="{CDA2C363-BBF2-491C-B010-8AC30E295389}" type="sibTrans" cxnId="{209C88EA-2E7B-43B7-96CC-0FEBA5976BA4}">
      <dgm:prSet/>
      <dgm:spPr/>
      <dgm:t>
        <a:bodyPr/>
        <a:lstStyle/>
        <a:p>
          <a:endParaRPr lang="en-US"/>
        </a:p>
      </dgm:t>
    </dgm:pt>
    <dgm:pt modelId="{889F6CD8-389F-4620-9177-A76AEEC97EE5}">
      <dgm:prSet/>
      <dgm:spPr/>
      <dgm:t>
        <a:bodyPr/>
        <a:lstStyle/>
        <a:p>
          <a:r>
            <a:rPr lang="en-US"/>
            <a:t>Scheduling strategy</a:t>
          </a:r>
        </a:p>
      </dgm:t>
    </dgm:pt>
    <dgm:pt modelId="{56EEC6DE-EDAA-4B9C-8558-7DB9CE0CF4E4}" type="parTrans" cxnId="{E198DBE6-BBBF-4620-9CED-AB123379A550}">
      <dgm:prSet/>
      <dgm:spPr/>
      <dgm:t>
        <a:bodyPr/>
        <a:lstStyle/>
        <a:p>
          <a:endParaRPr lang="en-US"/>
        </a:p>
      </dgm:t>
    </dgm:pt>
    <dgm:pt modelId="{7CF8A18E-FE26-43DD-A0EC-3BF2DA433E97}" type="sibTrans" cxnId="{E198DBE6-BBBF-4620-9CED-AB123379A550}">
      <dgm:prSet/>
      <dgm:spPr/>
      <dgm:t>
        <a:bodyPr/>
        <a:lstStyle/>
        <a:p>
          <a:endParaRPr lang="en-US"/>
        </a:p>
      </dgm:t>
    </dgm:pt>
    <dgm:pt modelId="{19D58CEC-4B1E-4996-A087-D67AE5895578}" type="pres">
      <dgm:prSet presAssocID="{53CCAF4E-2835-49A9-8157-C0C9150D5BA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2DF5A8-95EA-47F2-8887-4EB515D0046A}" type="pres">
      <dgm:prSet presAssocID="{F0567198-6C65-4806-9CD8-E3049379AFB3}" presName="hierRoot1" presStyleCnt="0"/>
      <dgm:spPr/>
    </dgm:pt>
    <dgm:pt modelId="{701B1E1C-D63C-44E5-8626-62A4136D3C57}" type="pres">
      <dgm:prSet presAssocID="{F0567198-6C65-4806-9CD8-E3049379AFB3}" presName="composite" presStyleCnt="0"/>
      <dgm:spPr/>
    </dgm:pt>
    <dgm:pt modelId="{28E1465A-970A-4A76-9B56-87008286F717}" type="pres">
      <dgm:prSet presAssocID="{F0567198-6C65-4806-9CD8-E3049379AFB3}" presName="background" presStyleLbl="node0" presStyleIdx="0" presStyleCnt="2"/>
      <dgm:spPr/>
    </dgm:pt>
    <dgm:pt modelId="{A9B93D4C-26F7-4C69-942E-39F1D20A7545}" type="pres">
      <dgm:prSet presAssocID="{F0567198-6C65-4806-9CD8-E3049379AFB3}" presName="text" presStyleLbl="fgAcc0" presStyleIdx="0" presStyleCnt="2">
        <dgm:presLayoutVars>
          <dgm:chPref val="3"/>
        </dgm:presLayoutVars>
      </dgm:prSet>
      <dgm:spPr/>
    </dgm:pt>
    <dgm:pt modelId="{C5A8E1B0-81EF-4C67-BE19-65D9CBAF6F3F}" type="pres">
      <dgm:prSet presAssocID="{F0567198-6C65-4806-9CD8-E3049379AFB3}" presName="hierChild2" presStyleCnt="0"/>
      <dgm:spPr/>
    </dgm:pt>
    <dgm:pt modelId="{DDCF4E8E-1BE6-4D91-A022-9B88340C8408}" type="pres">
      <dgm:prSet presAssocID="{889F6CD8-389F-4620-9177-A76AEEC97EE5}" presName="hierRoot1" presStyleCnt="0"/>
      <dgm:spPr/>
    </dgm:pt>
    <dgm:pt modelId="{687DE62E-9FA8-4782-A796-A27D576BDDE2}" type="pres">
      <dgm:prSet presAssocID="{889F6CD8-389F-4620-9177-A76AEEC97EE5}" presName="composite" presStyleCnt="0"/>
      <dgm:spPr/>
    </dgm:pt>
    <dgm:pt modelId="{51507DEB-24AD-49EC-8004-E999AD9006C3}" type="pres">
      <dgm:prSet presAssocID="{889F6CD8-389F-4620-9177-A76AEEC97EE5}" presName="background" presStyleLbl="node0" presStyleIdx="1" presStyleCnt="2"/>
      <dgm:spPr/>
    </dgm:pt>
    <dgm:pt modelId="{F9C5795F-B88C-4C4E-BDD2-34A6C9F9B93E}" type="pres">
      <dgm:prSet presAssocID="{889F6CD8-389F-4620-9177-A76AEEC97EE5}" presName="text" presStyleLbl="fgAcc0" presStyleIdx="1" presStyleCnt="2">
        <dgm:presLayoutVars>
          <dgm:chPref val="3"/>
        </dgm:presLayoutVars>
      </dgm:prSet>
      <dgm:spPr/>
    </dgm:pt>
    <dgm:pt modelId="{9F36093D-A0C1-44B0-B813-57C0FBC8CFB3}" type="pres">
      <dgm:prSet presAssocID="{889F6CD8-389F-4620-9177-A76AEEC97EE5}" presName="hierChild2" presStyleCnt="0"/>
      <dgm:spPr/>
    </dgm:pt>
  </dgm:ptLst>
  <dgm:cxnLst>
    <dgm:cxn modelId="{40286654-8414-4766-93EA-09F9D8F69052}" type="presOf" srcId="{889F6CD8-389F-4620-9177-A76AEEC97EE5}" destId="{F9C5795F-B88C-4C4E-BDD2-34A6C9F9B93E}" srcOrd="0" destOrd="0" presId="urn:microsoft.com/office/officeart/2005/8/layout/hierarchy1"/>
    <dgm:cxn modelId="{70B7E48D-4BEC-45DB-8B88-72C7B0D51E6B}" type="presOf" srcId="{F0567198-6C65-4806-9CD8-E3049379AFB3}" destId="{A9B93D4C-26F7-4C69-942E-39F1D20A7545}" srcOrd="0" destOrd="0" presId="urn:microsoft.com/office/officeart/2005/8/layout/hierarchy1"/>
    <dgm:cxn modelId="{C86345A6-0117-4CAA-B82F-697FA3FC6285}" type="presOf" srcId="{53CCAF4E-2835-49A9-8157-C0C9150D5BA7}" destId="{19D58CEC-4B1E-4996-A087-D67AE5895578}" srcOrd="0" destOrd="0" presId="urn:microsoft.com/office/officeart/2005/8/layout/hierarchy1"/>
    <dgm:cxn modelId="{E198DBE6-BBBF-4620-9CED-AB123379A550}" srcId="{53CCAF4E-2835-49A9-8157-C0C9150D5BA7}" destId="{889F6CD8-389F-4620-9177-A76AEEC97EE5}" srcOrd="1" destOrd="0" parTransId="{56EEC6DE-EDAA-4B9C-8558-7DB9CE0CF4E4}" sibTransId="{7CF8A18E-FE26-43DD-A0EC-3BF2DA433E97}"/>
    <dgm:cxn modelId="{209C88EA-2E7B-43B7-96CC-0FEBA5976BA4}" srcId="{53CCAF4E-2835-49A9-8157-C0C9150D5BA7}" destId="{F0567198-6C65-4806-9CD8-E3049379AFB3}" srcOrd="0" destOrd="0" parTransId="{FB96842B-3E38-4BE7-B570-983BCF463E3A}" sibTransId="{CDA2C363-BBF2-491C-B010-8AC30E295389}"/>
    <dgm:cxn modelId="{FF18CC12-C8D7-42D2-BD56-F21660F7DE3A}" type="presParOf" srcId="{19D58CEC-4B1E-4996-A087-D67AE5895578}" destId="{532DF5A8-95EA-47F2-8887-4EB515D0046A}" srcOrd="0" destOrd="0" presId="urn:microsoft.com/office/officeart/2005/8/layout/hierarchy1"/>
    <dgm:cxn modelId="{825339D8-4CEC-441F-AB0E-C48DB3F07EF0}" type="presParOf" srcId="{532DF5A8-95EA-47F2-8887-4EB515D0046A}" destId="{701B1E1C-D63C-44E5-8626-62A4136D3C57}" srcOrd="0" destOrd="0" presId="urn:microsoft.com/office/officeart/2005/8/layout/hierarchy1"/>
    <dgm:cxn modelId="{67AC340B-4DF3-43C4-A8D4-63128346107C}" type="presParOf" srcId="{701B1E1C-D63C-44E5-8626-62A4136D3C57}" destId="{28E1465A-970A-4A76-9B56-87008286F717}" srcOrd="0" destOrd="0" presId="urn:microsoft.com/office/officeart/2005/8/layout/hierarchy1"/>
    <dgm:cxn modelId="{CC93A99C-2152-4837-BCA9-B14810AFF3B7}" type="presParOf" srcId="{701B1E1C-D63C-44E5-8626-62A4136D3C57}" destId="{A9B93D4C-26F7-4C69-942E-39F1D20A7545}" srcOrd="1" destOrd="0" presId="urn:microsoft.com/office/officeart/2005/8/layout/hierarchy1"/>
    <dgm:cxn modelId="{C0FD5687-A530-43FE-B180-63D26A177AE6}" type="presParOf" srcId="{532DF5A8-95EA-47F2-8887-4EB515D0046A}" destId="{C5A8E1B0-81EF-4C67-BE19-65D9CBAF6F3F}" srcOrd="1" destOrd="0" presId="urn:microsoft.com/office/officeart/2005/8/layout/hierarchy1"/>
    <dgm:cxn modelId="{7F39EEE3-EA36-4B6C-B154-53C176F2ECDE}" type="presParOf" srcId="{19D58CEC-4B1E-4996-A087-D67AE5895578}" destId="{DDCF4E8E-1BE6-4D91-A022-9B88340C8408}" srcOrd="1" destOrd="0" presId="urn:microsoft.com/office/officeart/2005/8/layout/hierarchy1"/>
    <dgm:cxn modelId="{A8F55D8A-B9F4-47A4-9CCF-EA0E4833F546}" type="presParOf" srcId="{DDCF4E8E-1BE6-4D91-A022-9B88340C8408}" destId="{687DE62E-9FA8-4782-A796-A27D576BDDE2}" srcOrd="0" destOrd="0" presId="urn:microsoft.com/office/officeart/2005/8/layout/hierarchy1"/>
    <dgm:cxn modelId="{CF6A64F4-5145-4228-BD1C-A98937AAC57E}" type="presParOf" srcId="{687DE62E-9FA8-4782-A796-A27D576BDDE2}" destId="{51507DEB-24AD-49EC-8004-E999AD9006C3}" srcOrd="0" destOrd="0" presId="urn:microsoft.com/office/officeart/2005/8/layout/hierarchy1"/>
    <dgm:cxn modelId="{3739EFB1-4925-4476-9614-E8F1AE439A65}" type="presParOf" srcId="{687DE62E-9FA8-4782-A796-A27D576BDDE2}" destId="{F9C5795F-B88C-4C4E-BDD2-34A6C9F9B93E}" srcOrd="1" destOrd="0" presId="urn:microsoft.com/office/officeart/2005/8/layout/hierarchy1"/>
    <dgm:cxn modelId="{59E6C2A6-076A-4B61-81AD-D202FBD7EB63}" type="presParOf" srcId="{DDCF4E8E-1BE6-4D91-A022-9B88340C8408}" destId="{9F36093D-A0C1-44B0-B813-57C0FBC8CFB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7BCB73-6341-43DE-93DA-E00DF5C1060F}">
      <dsp:nvSpPr>
        <dsp:cNvPr id="0" name=""/>
        <dsp:cNvSpPr/>
      </dsp:nvSpPr>
      <dsp:spPr>
        <a:xfrm>
          <a:off x="128097" y="461357"/>
          <a:ext cx="1292437" cy="1292437"/>
        </a:xfrm>
        <a:prstGeom prst="ellipse">
          <a:avLst/>
        </a:prstGeom>
        <a:solidFill>
          <a:schemeClr val="accent4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D1E63F-CF60-4009-B4E3-3B4B47470AFF}">
      <dsp:nvSpPr>
        <dsp:cNvPr id="0" name=""/>
        <dsp:cNvSpPr/>
      </dsp:nvSpPr>
      <dsp:spPr>
        <a:xfrm>
          <a:off x="399509" y="732769"/>
          <a:ext cx="749613" cy="749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4DD83-30D3-4438-847E-401B73C6FC39}">
      <dsp:nvSpPr>
        <dsp:cNvPr id="0" name=""/>
        <dsp:cNvSpPr/>
      </dsp:nvSpPr>
      <dsp:spPr>
        <a:xfrm>
          <a:off x="1697485" y="461357"/>
          <a:ext cx="3046459" cy="1292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orbel" panose="020B0503020204020204"/>
            </a:rPr>
            <a:t> </a:t>
          </a:r>
          <a:r>
            <a:rPr lang="en-US" sz="2400" kern="1200"/>
            <a:t>Plain bagel </a:t>
          </a:r>
          <a:r>
            <a:rPr lang="en-US" sz="2400" kern="1200">
              <a:latin typeface="Corbel" panose="020B0503020204020204"/>
            </a:rPr>
            <a:t>efficiency</a:t>
          </a:r>
          <a:endParaRPr lang="en-US" sz="2400" kern="1200"/>
        </a:p>
      </dsp:txBody>
      <dsp:txXfrm>
        <a:off x="1697485" y="461357"/>
        <a:ext cx="3046459" cy="1292437"/>
      </dsp:txXfrm>
    </dsp:sp>
    <dsp:sp modelId="{B9A46D7B-0B90-4BA1-8908-C6E5E71E65EF}">
      <dsp:nvSpPr>
        <dsp:cNvPr id="0" name=""/>
        <dsp:cNvSpPr/>
      </dsp:nvSpPr>
      <dsp:spPr>
        <a:xfrm>
          <a:off x="5274767" y="461357"/>
          <a:ext cx="1292437" cy="1292437"/>
        </a:xfrm>
        <a:prstGeom prst="ellipse">
          <a:avLst/>
        </a:prstGeom>
        <a:solidFill>
          <a:schemeClr val="accent4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FC1E4E-EC4A-4B1D-8851-A1C8B2BE0F88}">
      <dsp:nvSpPr>
        <dsp:cNvPr id="0" name=""/>
        <dsp:cNvSpPr/>
      </dsp:nvSpPr>
      <dsp:spPr>
        <a:xfrm>
          <a:off x="5546179" y="732769"/>
          <a:ext cx="749613" cy="749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1CBA6-654C-470D-BD88-BF263C73465F}">
      <dsp:nvSpPr>
        <dsp:cNvPr id="0" name=""/>
        <dsp:cNvSpPr/>
      </dsp:nvSpPr>
      <dsp:spPr>
        <a:xfrm>
          <a:off x="6844156" y="461357"/>
          <a:ext cx="3046459" cy="1292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Reduce </a:t>
          </a:r>
          <a:r>
            <a:rPr lang="en-US" sz="2400" kern="1200">
              <a:latin typeface="Corbel" panose="020B0503020204020204"/>
            </a:rPr>
            <a:t>pumpernickel</a:t>
          </a:r>
          <a:r>
            <a:rPr lang="en-US" sz="2400" kern="1200"/>
            <a:t> bagels</a:t>
          </a:r>
        </a:p>
      </dsp:txBody>
      <dsp:txXfrm>
        <a:off x="6844156" y="461357"/>
        <a:ext cx="3046459" cy="1292437"/>
      </dsp:txXfrm>
    </dsp:sp>
    <dsp:sp modelId="{0B61D5A1-F3E8-4F59-8C04-C892D7F11013}">
      <dsp:nvSpPr>
        <dsp:cNvPr id="0" name=""/>
        <dsp:cNvSpPr/>
      </dsp:nvSpPr>
      <dsp:spPr>
        <a:xfrm>
          <a:off x="128097" y="2472216"/>
          <a:ext cx="1292437" cy="1292437"/>
        </a:xfrm>
        <a:prstGeom prst="ellipse">
          <a:avLst/>
        </a:prstGeom>
        <a:solidFill>
          <a:schemeClr val="accent4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6E8278-8528-4383-9CC8-2A6DF599BCB1}">
      <dsp:nvSpPr>
        <dsp:cNvPr id="0" name=""/>
        <dsp:cNvSpPr/>
      </dsp:nvSpPr>
      <dsp:spPr>
        <a:xfrm>
          <a:off x="399509" y="2743628"/>
          <a:ext cx="749613" cy="749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F4787-3BB9-4CFA-9A53-26346A90A778}">
      <dsp:nvSpPr>
        <dsp:cNvPr id="0" name=""/>
        <dsp:cNvSpPr/>
      </dsp:nvSpPr>
      <dsp:spPr>
        <a:xfrm>
          <a:off x="1697485" y="2472216"/>
          <a:ext cx="3046459" cy="1292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 </a:t>
          </a:r>
          <a:r>
            <a:rPr lang="en-US" sz="2400" kern="1200">
              <a:latin typeface="Corbel" panose="020B0503020204020204"/>
            </a:rPr>
            <a:t>Training</a:t>
          </a:r>
          <a:r>
            <a:rPr lang="en-US" sz="2400" kern="1200"/>
            <a:t> to reduce </a:t>
          </a:r>
          <a:r>
            <a:rPr lang="en-US" sz="2400" kern="1200">
              <a:latin typeface="Corbel" panose="020B0503020204020204"/>
            </a:rPr>
            <a:t>employee </a:t>
          </a:r>
          <a:r>
            <a:rPr lang="en-US" sz="2400" kern="1200"/>
            <a:t>wasterate</a:t>
          </a:r>
          <a:r>
            <a:rPr lang="en-US" sz="2400" kern="1200">
              <a:latin typeface="Corbel" panose="020B0503020204020204"/>
            </a:rPr>
            <a:t>%</a:t>
          </a:r>
          <a:endParaRPr lang="en-US" sz="2400" kern="1200"/>
        </a:p>
      </dsp:txBody>
      <dsp:txXfrm>
        <a:off x="1697485" y="2472216"/>
        <a:ext cx="3046459" cy="1292437"/>
      </dsp:txXfrm>
    </dsp:sp>
    <dsp:sp modelId="{7E6551D4-173C-4756-A776-FCBCFE704DF4}">
      <dsp:nvSpPr>
        <dsp:cNvPr id="0" name=""/>
        <dsp:cNvSpPr/>
      </dsp:nvSpPr>
      <dsp:spPr>
        <a:xfrm>
          <a:off x="5274767" y="2472216"/>
          <a:ext cx="1292437" cy="1292437"/>
        </a:xfrm>
        <a:prstGeom prst="ellipse">
          <a:avLst/>
        </a:prstGeom>
        <a:solidFill>
          <a:schemeClr val="accent4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9E6DBB-5BA9-4077-8CB8-AC7CD29F8730}">
      <dsp:nvSpPr>
        <dsp:cNvPr id="0" name=""/>
        <dsp:cNvSpPr/>
      </dsp:nvSpPr>
      <dsp:spPr>
        <a:xfrm>
          <a:off x="5546179" y="2743628"/>
          <a:ext cx="749613" cy="7496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9908D-A294-4F50-B7A2-F3CFBB349FD3}">
      <dsp:nvSpPr>
        <dsp:cNvPr id="0" name=""/>
        <dsp:cNvSpPr/>
      </dsp:nvSpPr>
      <dsp:spPr>
        <a:xfrm>
          <a:off x="6844156" y="2472216"/>
          <a:ext cx="3046459" cy="1292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 </a:t>
          </a:r>
          <a:r>
            <a:rPr lang="en-US" sz="2400" kern="1200">
              <a:latin typeface="Corbel" panose="020B0503020204020204"/>
            </a:rPr>
            <a:t>Avoid</a:t>
          </a:r>
          <a:r>
            <a:rPr lang="en-US" sz="2400" kern="1200"/>
            <a:t> null bakers</a:t>
          </a:r>
        </a:p>
      </dsp:txBody>
      <dsp:txXfrm>
        <a:off x="6844156" y="2472216"/>
        <a:ext cx="3046459" cy="12924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A5CF30-AFB8-4675-B7FF-5FB5A783188F}">
      <dsp:nvSpPr>
        <dsp:cNvPr id="0" name=""/>
        <dsp:cNvSpPr/>
      </dsp:nvSpPr>
      <dsp:spPr>
        <a:xfrm>
          <a:off x="0" y="623"/>
          <a:ext cx="64928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1FFCB-9F79-43CD-B742-5ABBB197BE96}">
      <dsp:nvSpPr>
        <dsp:cNvPr id="0" name=""/>
        <dsp:cNvSpPr/>
      </dsp:nvSpPr>
      <dsp:spPr>
        <a:xfrm>
          <a:off x="0" y="62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Corbel" panose="020B0503020204020204"/>
            </a:rPr>
            <a:t>Predictive Ordering</a:t>
          </a:r>
          <a:endParaRPr lang="en-US" sz="3000" kern="1200"/>
        </a:p>
      </dsp:txBody>
      <dsp:txXfrm>
        <a:off x="0" y="623"/>
        <a:ext cx="6492875" cy="1020830"/>
      </dsp:txXfrm>
    </dsp:sp>
    <dsp:sp modelId="{60FADDEB-E263-4924-84B0-399E6038DB9E}">
      <dsp:nvSpPr>
        <dsp:cNvPr id="0" name=""/>
        <dsp:cNvSpPr/>
      </dsp:nvSpPr>
      <dsp:spPr>
        <a:xfrm>
          <a:off x="0" y="1021453"/>
          <a:ext cx="64928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A20339-FE46-4E2B-B709-9820F34C4C53}">
      <dsp:nvSpPr>
        <dsp:cNvPr id="0" name=""/>
        <dsp:cNvSpPr/>
      </dsp:nvSpPr>
      <dsp:spPr>
        <a:xfrm>
          <a:off x="0" y="102145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More than just bagel waste</a:t>
          </a:r>
        </a:p>
      </dsp:txBody>
      <dsp:txXfrm>
        <a:off x="0" y="1021453"/>
        <a:ext cx="6492875" cy="1020830"/>
      </dsp:txXfrm>
    </dsp:sp>
    <dsp:sp modelId="{494BFDB0-2213-4745-95D5-B730B37E8932}">
      <dsp:nvSpPr>
        <dsp:cNvPr id="0" name=""/>
        <dsp:cNvSpPr/>
      </dsp:nvSpPr>
      <dsp:spPr>
        <a:xfrm>
          <a:off x="0" y="2042284"/>
          <a:ext cx="64928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A8664-85A7-48D7-97E7-301A42CE2F21}">
      <dsp:nvSpPr>
        <dsp:cNvPr id="0" name=""/>
        <dsp:cNvSpPr/>
      </dsp:nvSpPr>
      <dsp:spPr>
        <a:xfrm>
          <a:off x="0" y="2042284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Corbel" panose="020B0503020204020204"/>
            </a:rPr>
            <a:t>Burrito in rainier months</a:t>
          </a:r>
          <a:endParaRPr lang="en-US" sz="3000" kern="1200"/>
        </a:p>
      </dsp:txBody>
      <dsp:txXfrm>
        <a:off x="0" y="2042284"/>
        <a:ext cx="6492875" cy="1020830"/>
      </dsp:txXfrm>
    </dsp:sp>
    <dsp:sp modelId="{01C73A9A-52DD-4B56-BDD2-CB0FC621BA79}">
      <dsp:nvSpPr>
        <dsp:cNvPr id="0" name=""/>
        <dsp:cNvSpPr/>
      </dsp:nvSpPr>
      <dsp:spPr>
        <a:xfrm>
          <a:off x="0" y="3063115"/>
          <a:ext cx="64928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111B6-57E2-474F-802F-EFB5590E7067}">
      <dsp:nvSpPr>
        <dsp:cNvPr id="0" name=""/>
        <dsp:cNvSpPr/>
      </dsp:nvSpPr>
      <dsp:spPr>
        <a:xfrm>
          <a:off x="0" y="3063115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Corbel" panose="020B0503020204020204"/>
            </a:rPr>
            <a:t>Hot Drinks in Winter</a:t>
          </a:r>
          <a:endParaRPr lang="en-US" sz="3000" kern="1200"/>
        </a:p>
      </dsp:txBody>
      <dsp:txXfrm>
        <a:off x="0" y="3063115"/>
        <a:ext cx="6492875" cy="1020830"/>
      </dsp:txXfrm>
    </dsp:sp>
    <dsp:sp modelId="{7275FA6A-E8D6-4750-A823-69AAF9CAA719}">
      <dsp:nvSpPr>
        <dsp:cNvPr id="0" name=""/>
        <dsp:cNvSpPr/>
      </dsp:nvSpPr>
      <dsp:spPr>
        <a:xfrm>
          <a:off x="0" y="4083946"/>
          <a:ext cx="64928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4EDCF-0F60-4843-9171-E7769448BC48}">
      <dsp:nvSpPr>
        <dsp:cNvPr id="0" name=""/>
        <dsp:cNvSpPr/>
      </dsp:nvSpPr>
      <dsp:spPr>
        <a:xfrm>
          <a:off x="0" y="4083946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Corbel" panose="020B0503020204020204"/>
            </a:rPr>
            <a:t>Smoothies and Lunch Items in Summer</a:t>
          </a:r>
          <a:endParaRPr lang="en-US" sz="3000" kern="1200"/>
        </a:p>
      </dsp:txBody>
      <dsp:txXfrm>
        <a:off x="0" y="4083946"/>
        <a:ext cx="6492875" cy="10208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1465A-970A-4A76-9B56-87008286F717}">
      <dsp:nvSpPr>
        <dsp:cNvPr id="0" name=""/>
        <dsp:cNvSpPr/>
      </dsp:nvSpPr>
      <dsp:spPr>
        <a:xfrm>
          <a:off x="1189" y="2683"/>
          <a:ext cx="4174260" cy="26506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93D4C-26F7-4C69-942E-39F1D20A7545}">
      <dsp:nvSpPr>
        <dsp:cNvPr id="0" name=""/>
        <dsp:cNvSpPr/>
      </dsp:nvSpPr>
      <dsp:spPr>
        <a:xfrm>
          <a:off x="464995" y="443299"/>
          <a:ext cx="4174260" cy="2650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Policy adjustments</a:t>
          </a:r>
        </a:p>
      </dsp:txBody>
      <dsp:txXfrm>
        <a:off x="542630" y="520934"/>
        <a:ext cx="4018990" cy="2495385"/>
      </dsp:txXfrm>
    </dsp:sp>
    <dsp:sp modelId="{51507DEB-24AD-49EC-8004-E999AD9006C3}">
      <dsp:nvSpPr>
        <dsp:cNvPr id="0" name=""/>
        <dsp:cNvSpPr/>
      </dsp:nvSpPr>
      <dsp:spPr>
        <a:xfrm>
          <a:off x="5103062" y="2683"/>
          <a:ext cx="4174260" cy="26506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5795F-B88C-4C4E-BDD2-34A6C9F9B93E}">
      <dsp:nvSpPr>
        <dsp:cNvPr id="0" name=""/>
        <dsp:cNvSpPr/>
      </dsp:nvSpPr>
      <dsp:spPr>
        <a:xfrm>
          <a:off x="5566869" y="443299"/>
          <a:ext cx="4174260" cy="26506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Scheduling strategy</a:t>
          </a:r>
        </a:p>
      </dsp:txBody>
      <dsp:txXfrm>
        <a:off x="5644504" y="520934"/>
        <a:ext cx="4018990" cy="24953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9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10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37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6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9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2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0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33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32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32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38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89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65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22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73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915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15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B16B492-DDFB-470E-B994-C7442F27B96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F75991-6DAB-46B5-BCF3-0DDC2D899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7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same circular bread">
            <a:extLst>
              <a:ext uri="{FF2B5EF4-FFF2-40B4-BE49-F238E27FC236}">
                <a16:creationId xmlns:a16="http://schemas.microsoft.com/office/drawing/2014/main" id="{E7F776A7-3069-E073-67A1-135534A40E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9441" b="232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03816F2-40D5-4C23-AF57-063E39236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BF222D0-66E9-48F8-B249-75AF858DF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5312FABD-B1AF-4E20-A8BF-0A6F0C42C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6E2E6E5-F3C0-4B1A-8CEF-1F057A280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50A45DB-9259-4551-88A8-0D3D3E4FD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5A3848-AC67-4C67-A516-2823179F0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13BA5F40-CE6A-44DD-BBCE-EA36A12F3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D868CC-8465-5516-7EA4-4DD36A459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>
            <a:normAutofit/>
          </a:bodyPr>
          <a:lstStyle/>
          <a:p>
            <a:r>
              <a:rPr lang="en-US"/>
              <a:t>All Star Bagels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7DD76-9038-4678-5651-AB5BD8E42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By: Cameron Webb, Clark Lewis, Drew Elliott, Ethan Tice</a:t>
            </a:r>
          </a:p>
        </p:txBody>
      </p:sp>
    </p:spTree>
    <p:extLst>
      <p:ext uri="{BB962C8B-B14F-4D97-AF65-F5344CB8AC3E}">
        <p14:creationId xmlns:p14="http://schemas.microsoft.com/office/powerpoint/2010/main" val="184701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91C05-2918-6A7C-6722-F8E52C12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80317"/>
            <a:ext cx="10018713" cy="1752599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45F76-C17A-DFEC-E4C1-BB46FBB1F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61516"/>
            <a:ext cx="10018713" cy="3124201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1287C3"/>
              </a:buClr>
              <a:buAutoNum type="arabicPeriod"/>
            </a:pPr>
            <a:r>
              <a:rPr lang="en-US"/>
              <a:t>Introduction</a:t>
            </a:r>
          </a:p>
          <a:p>
            <a:pPr marL="457200" indent="-457200">
              <a:buClr>
                <a:srgbClr val="1287C3"/>
              </a:buClr>
              <a:buAutoNum type="arabicPeriod"/>
            </a:pPr>
            <a:r>
              <a:rPr lang="en-US"/>
              <a:t>Background – Purpose – Mission Statement</a:t>
            </a:r>
          </a:p>
          <a:p>
            <a:pPr marL="457200" indent="-457200">
              <a:buClr>
                <a:srgbClr val="1287C3"/>
              </a:buClr>
              <a:buAutoNum type="arabicPeriod"/>
            </a:pPr>
            <a:r>
              <a:rPr lang="en-US"/>
              <a:t>Bake Waste Recommendations and Graphs</a:t>
            </a:r>
          </a:p>
          <a:p>
            <a:pPr marL="457200" indent="-457200">
              <a:buClr>
                <a:srgbClr val="1287C3"/>
              </a:buClr>
              <a:buAutoNum type="arabicPeriod"/>
            </a:pPr>
            <a:r>
              <a:rPr lang="en-US"/>
              <a:t>Weather Recommendations and Graphs</a:t>
            </a:r>
          </a:p>
          <a:p>
            <a:pPr marL="457200" indent="-457200">
              <a:buClr>
                <a:srgbClr val="1287C3"/>
              </a:buClr>
              <a:buAutoNum type="arabicPeriod"/>
            </a:pPr>
            <a:r>
              <a:rPr lang="en-US"/>
              <a:t>Overtime Hours</a:t>
            </a:r>
          </a:p>
          <a:p>
            <a:pPr marL="457200" indent="-457200">
              <a:buClr>
                <a:srgbClr val="1287C3"/>
              </a:buClr>
              <a:buAutoNum type="arabicPeriod"/>
            </a:pPr>
            <a:r>
              <a:rPr lang="en-US"/>
              <a:t>Conclusion/Questions</a:t>
            </a:r>
          </a:p>
        </p:txBody>
      </p:sp>
    </p:spTree>
    <p:extLst>
      <p:ext uri="{BB962C8B-B14F-4D97-AF65-F5344CB8AC3E}">
        <p14:creationId xmlns:p14="http://schemas.microsoft.com/office/powerpoint/2010/main" val="245268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7083" y="0"/>
            <a:ext cx="11134917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025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82FC9B0-8F94-FDAA-7B35-DDD33AF9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013" y="1072609"/>
            <a:ext cx="3041557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3200">
                <a:solidFill>
                  <a:schemeClr val="tx2"/>
                </a:solidFill>
              </a:rPr>
              <a:t>Background – Purpose – Mission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48335-050B-4FE1-FCE6-6C8947037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032" y="1072609"/>
            <a:ext cx="6383207" cy="4522647"/>
          </a:xfrm>
        </p:spPr>
        <p:txBody>
          <a:bodyPr anchor="ctr">
            <a:normAutofit/>
          </a:bodyPr>
          <a:lstStyle/>
          <a:p>
            <a:pPr marL="285750" marR="0" lvl="0" indent="-285750" defTabSz="457200" rtl="0" eaLnBrk="1" fontAlgn="auto" latinLnBrk="0" hangingPunct="1"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Background</a:t>
            </a:r>
          </a:p>
          <a:p>
            <a:pPr marL="285750" marR="0" lvl="0" indent="-285750" defTabSz="457200" rtl="0" eaLnBrk="1" fontAlgn="auto" latinLnBrk="0" hangingPunct="1"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Purpose</a:t>
            </a:r>
            <a:endParaRPr lang="en-US" sz="2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 panose="020B0503020204020204"/>
            </a:endParaRPr>
          </a:p>
          <a:p>
            <a:pPr marL="742950" marR="0" lvl="1" indent="-285750" defTabSz="457200" rtl="0" eaLnBrk="1" fontAlgn="auto" latinLnBrk="0" hangingPunct="1"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Arial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Efficiency</a:t>
            </a:r>
            <a:endParaRPr 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 panose="020B0503020204020204"/>
            </a:endParaRPr>
          </a:p>
          <a:p>
            <a:pPr marL="1200150" marR="0" lvl="2" indent="-285750" defTabSz="457200" rtl="0" eaLnBrk="1" fontAlgn="auto" latinLnBrk="0" hangingPunct="1"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Variety</a:t>
            </a:r>
            <a:endParaRPr lang="en-US" sz="2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 panose="020B0503020204020204"/>
            </a:endParaRPr>
          </a:p>
          <a:p>
            <a:pPr marL="1200150" marR="0" lvl="2" indent="-285750" defTabSz="457200" rtl="0" eaLnBrk="1" fontAlgn="auto" latinLnBrk="0" hangingPunct="1"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Baker</a:t>
            </a:r>
            <a:endParaRPr lang="en-US" sz="2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 panose="020B0503020204020204"/>
            </a:endParaRPr>
          </a:p>
          <a:p>
            <a:pPr marL="742950" marR="0" lvl="1" indent="-285750" defTabSz="457200" rtl="0" eaLnBrk="1" fontAlgn="auto" latinLnBrk="0" hangingPunct="1"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Arial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Weather Patterns</a:t>
            </a:r>
            <a:endParaRPr 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 panose="020B0503020204020204"/>
            </a:endParaRPr>
          </a:p>
          <a:p>
            <a:pPr marL="742950" marR="0" lvl="1" indent="-285750" defTabSz="457200" rtl="0" eaLnBrk="1" fontAlgn="auto" latinLnBrk="0" hangingPunct="1"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Arial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Overtime Hours</a:t>
            </a:r>
            <a:endParaRPr 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 panose="020B0503020204020204"/>
            </a:endParaRPr>
          </a:p>
          <a:p>
            <a:pPr>
              <a:buClr>
                <a:srgbClr val="30ACEC">
                  <a:lumMod val="75000"/>
                </a:srgbClr>
              </a:buClr>
              <a:defRPr/>
            </a:pPr>
            <a:r>
              <a:rPr lang="en-US" sz="2000">
                <a:latin typeface="Corbel" panose="020B0503020204020204"/>
              </a:rPr>
              <a:t>Make more strategic decisions using business analytics to increase profitability and reduce waste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63045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DE33-5FEE-0315-DBAE-BE8D668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52383"/>
          </a:xfrm>
        </p:spPr>
        <p:txBody>
          <a:bodyPr/>
          <a:lstStyle/>
          <a:p>
            <a:r>
              <a:rPr lang="en-US"/>
              <a:t>Bake Waste Recommendation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8B8743D-F1FA-A766-0900-C00AFBF28A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408622"/>
              </p:ext>
            </p:extLst>
          </p:nvPr>
        </p:nvGraphicFramePr>
        <p:xfrm>
          <a:off x="1484310" y="1565189"/>
          <a:ext cx="10018713" cy="4226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0715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C6B2-5BA7-9B46-C090-E49F545E5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65662"/>
          </a:xfrm>
        </p:spPr>
        <p:txBody>
          <a:bodyPr/>
          <a:lstStyle/>
          <a:p>
            <a:r>
              <a:rPr lang="en-US"/>
              <a:t>Bake Waste Employee Visualization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F51B91-D32C-878B-6DC2-B69443B14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0" y="2517247"/>
            <a:ext cx="10018713" cy="222482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84972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6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0293B-69E0-E64A-385A-2E835A176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Production Efficiency by Bagel Variety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58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5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with blue dots and black text&#10;&#10;AI-generated content may be incorrect.">
            <a:extLst>
              <a:ext uri="{FF2B5EF4-FFF2-40B4-BE49-F238E27FC236}">
                <a16:creationId xmlns:a16="http://schemas.microsoft.com/office/drawing/2014/main" id="{7E26B60A-06DD-8BE4-EC3D-52CEF40E1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410" y="1011765"/>
            <a:ext cx="3830600" cy="454670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61600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79AF9-9848-EFAC-D2C2-1A99A9A4E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Weather Patterns - Recommendations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83F61282-A88E-96E8-916D-D6948F9CAC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7120026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8798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5DB404-2092-97CD-8D63-9E8EA0B58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2611" y="947351"/>
            <a:ext cx="7326252" cy="49777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5F78E8-5506-42A4-D92E-889977A7EEBE}"/>
              </a:ext>
            </a:extLst>
          </p:cNvPr>
          <p:cNvSpPr txBox="1"/>
          <p:nvPr/>
        </p:nvSpPr>
        <p:spPr>
          <a:xfrm>
            <a:off x="2570663" y="104216"/>
            <a:ext cx="71214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/>
              <a:t>Burritos</a:t>
            </a:r>
          </a:p>
        </p:txBody>
      </p:sp>
      <p:pic>
        <p:nvPicPr>
          <p:cNvPr id="3" name="Picture 2" descr="A red and blue line&#10;&#10;AI-generated content may be incorrect.">
            <a:extLst>
              <a:ext uri="{FF2B5EF4-FFF2-40B4-BE49-F238E27FC236}">
                <a16:creationId xmlns:a16="http://schemas.microsoft.com/office/drawing/2014/main" id="{433404D6-5E55-16D9-18E2-19B2936E2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857" y="947468"/>
            <a:ext cx="1857433" cy="68837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3847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6A90-9050-6993-BEC7-BBB48A81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008" y="694362"/>
            <a:ext cx="3057972" cy="1016285"/>
          </a:xfrm>
        </p:spPr>
        <p:txBody>
          <a:bodyPr/>
          <a:lstStyle/>
          <a:p>
            <a:r>
              <a:rPr lang="en-US"/>
              <a:t>Lunch Items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01CD87-3CE2-84BC-7918-D2BC6AB66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099" y="2076234"/>
            <a:ext cx="5683493" cy="429716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B6EFEB-8D3B-8C2B-31F4-F5C46415447F}"/>
              </a:ext>
            </a:extLst>
          </p:cNvPr>
          <p:cNvSpPr txBox="1">
            <a:spLocks/>
          </p:cNvSpPr>
          <p:nvPr/>
        </p:nvSpPr>
        <p:spPr>
          <a:xfrm>
            <a:off x="7426262" y="698079"/>
            <a:ext cx="3383215" cy="101628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Smoothie Items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47368F-7ECD-CCAA-F87F-3415BC07F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54" y="2081561"/>
            <a:ext cx="5682526" cy="430251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89415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6073935-E043-4801-AF06-06093A91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2DE4-472E-B76A-736C-D741F61F7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1742" y="648930"/>
            <a:ext cx="346128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/>
              <a:t>Hot Drinks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AC26FF4-D6F9-4A94-A837-D051A101E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EFFE501B-F9EC-4229-99D6-F39E38A71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B064C6A0-3DE4-4F4A-B650-78A628163E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5">
              <a:extLst>
                <a:ext uri="{FF2B5EF4-FFF2-40B4-BE49-F238E27FC236}">
                  <a16:creationId xmlns:a16="http://schemas.microsoft.com/office/drawing/2014/main" id="{43CD3E83-3D0D-40EE-B1A2-9C989EBF2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6">
              <a:extLst>
                <a:ext uri="{FF2B5EF4-FFF2-40B4-BE49-F238E27FC236}">
                  <a16:creationId xmlns:a16="http://schemas.microsoft.com/office/drawing/2014/main" id="{71553909-760D-4B98-96A4-F9F48339A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1F006A6C-F843-49BC-AC84-89BD2AF58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62AEE6F3-16F4-4944-8459-4D5EEA341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Rounded Rectangle 16">
            <a:extLst>
              <a:ext uri="{FF2B5EF4-FFF2-40B4-BE49-F238E27FC236}">
                <a16:creationId xmlns:a16="http://schemas.microsoft.com/office/drawing/2014/main" id="{8D6B9972-4A81-4223-9901-0E559A1D5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6854433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1C6EF72-F604-7A60-C173-56703CAEE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7550" y="1168421"/>
            <a:ext cx="6202778" cy="423339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24646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BB425-BFC5-A130-8FE2-A54FD8B0D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Scheduling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76A034-962E-2BF3-3426-FCEB3025E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173541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5349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6628B-A6F3-6FF8-523A-6EC3A50EE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89319"/>
          </a:xfrm>
        </p:spPr>
        <p:txBody>
          <a:bodyPr/>
          <a:lstStyle/>
          <a:p>
            <a:r>
              <a:rPr lang="en-US"/>
              <a:t>Overtime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5880-4A7B-5214-F1BB-D6BBDCD3F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64" y="1675119"/>
            <a:ext cx="4763180" cy="4868901"/>
          </a:xfrm>
        </p:spPr>
        <p:txBody>
          <a:bodyPr>
            <a:normAutofit/>
          </a:bodyPr>
          <a:lstStyle/>
          <a:p>
            <a:r>
              <a:rPr lang="en-US"/>
              <a:t>What are we looking at?</a:t>
            </a:r>
          </a:p>
          <a:p>
            <a:r>
              <a:rPr lang="en-US"/>
              <a:t>How did we get here?</a:t>
            </a:r>
          </a:p>
          <a:p>
            <a:r>
              <a:rPr lang="en-US"/>
              <a:t>Results</a:t>
            </a:r>
          </a:p>
          <a:p>
            <a:pPr lvl="1"/>
            <a:r>
              <a:rPr lang="en-US"/>
              <a:t>4,074 total OT hours</a:t>
            </a:r>
          </a:p>
          <a:p>
            <a:pPr lvl="1"/>
            <a:r>
              <a:rPr lang="en-US"/>
              <a:t>Top 10 = $52,453</a:t>
            </a:r>
          </a:p>
          <a:p>
            <a:r>
              <a:rPr lang="en-US"/>
              <a:t>Limitations</a:t>
            </a:r>
          </a:p>
          <a:p>
            <a:pPr lvl="1"/>
            <a:r>
              <a:rPr lang="en-US"/>
              <a:t>Late Starts and Early Ends (1,830 h) </a:t>
            </a:r>
          </a:p>
          <a:p>
            <a:pPr lvl="1"/>
            <a:r>
              <a:rPr lang="en-US"/>
              <a:t>Unscheduled shifts (1,966 h)</a:t>
            </a:r>
          </a:p>
          <a:p>
            <a:pPr lvl="1"/>
            <a:r>
              <a:rPr lang="en-US"/>
              <a:t>Net +136</a:t>
            </a:r>
          </a:p>
          <a:p>
            <a:pPr marL="457200" lvl="1" indent="0">
              <a:buNone/>
            </a:pPr>
            <a:endParaRPr lang="en-US"/>
          </a:p>
        </p:txBody>
      </p:sp>
      <p:pic>
        <p:nvPicPr>
          <p:cNvPr id="7" name="Picture 6" descr="A graph with blue bars&#10;&#10;AI-generated content may be incorrect.">
            <a:extLst>
              <a:ext uri="{FF2B5EF4-FFF2-40B4-BE49-F238E27FC236}">
                <a16:creationId xmlns:a16="http://schemas.microsoft.com/office/drawing/2014/main" id="{FA5B0176-4470-A079-88AC-04F32C404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1" y="1807377"/>
            <a:ext cx="4902356" cy="460438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64729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 descr="3D black question marks with one yellow question mark">
            <a:extLst>
              <a:ext uri="{FF2B5EF4-FFF2-40B4-BE49-F238E27FC236}">
                <a16:creationId xmlns:a16="http://schemas.microsoft.com/office/drawing/2014/main" id="{22E59411-368E-4AC2-4AC4-BA066A0B043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l="28733" r="6379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503816F2-40D5-4C23-AF57-063E39236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DBF222D0-66E9-48F8-B249-75AF858DF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5312FABD-B1AF-4E20-A8BF-0A6F0C42C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E6E2E6E5-F3C0-4B1A-8CEF-1F057A280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850A45DB-9259-4551-88A8-0D3D3E4FD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615A3848-AC67-4C67-A516-2823179F0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13BA5F40-CE6A-44DD-BBCE-EA36A12F3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E961939-39DC-6C29-8014-B92568362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401" y="1380068"/>
            <a:ext cx="8574622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485619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Parallax</vt:lpstr>
      <vt:lpstr>All Star Bagels</vt:lpstr>
      <vt:lpstr>Introduction</vt:lpstr>
      <vt:lpstr>Background – Purpose – Mission Statement</vt:lpstr>
      <vt:lpstr>Bake Waste Recommendation</vt:lpstr>
      <vt:lpstr>Bake Waste Employee Visualization</vt:lpstr>
      <vt:lpstr>Production Efficiency by Bagel Variety</vt:lpstr>
      <vt:lpstr>Weather Patterns - Recommendations</vt:lpstr>
      <vt:lpstr>PowerPoint Presentation</vt:lpstr>
      <vt:lpstr>Lunch Items</vt:lpstr>
      <vt:lpstr>Hot Drinks</vt:lpstr>
      <vt:lpstr>Scheduling Recommendations</vt:lpstr>
      <vt:lpstr>Overtime Hours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Tice</dc:creator>
  <cp:revision>1</cp:revision>
  <dcterms:created xsi:type="dcterms:W3CDTF">2025-12-04T16:58:31Z</dcterms:created>
  <dcterms:modified xsi:type="dcterms:W3CDTF">2025-12-10T14:44:52Z</dcterms:modified>
</cp:coreProperties>
</file>